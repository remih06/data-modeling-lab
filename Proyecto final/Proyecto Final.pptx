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63" r:id="rId2"/>
    <p:sldId id="257" r:id="rId3"/>
    <p:sldId id="264" r:id="rId4"/>
    <p:sldId id="266" r:id="rId5"/>
    <p:sldId id="278" r:id="rId6"/>
    <p:sldId id="265" r:id="rId7"/>
    <p:sldId id="258" r:id="rId8"/>
    <p:sldId id="259" r:id="rId9"/>
    <p:sldId id="270" r:id="rId10"/>
    <p:sldId id="272" r:id="rId11"/>
    <p:sldId id="271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95" autoAdjust="0"/>
  </p:normalViewPr>
  <p:slideViewPr>
    <p:cSldViewPr snapToGrid="0">
      <p:cViewPr varScale="1">
        <p:scale>
          <a:sx n="77" d="100"/>
          <a:sy n="77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6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6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6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6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FB44A3-E2CF-414D-AC0F-687756854F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4D4B585-E506-4842-A780-D5673C49A578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 err="1"/>
            <a:t>Dataset</a:t>
          </a:r>
          <a:r>
            <a:rPr lang="es-MX" dirty="0"/>
            <a:t>: Vuelos hacia Tokio desde Guadalajara.</a:t>
          </a:r>
          <a:endParaRPr lang="en-US" dirty="0"/>
        </a:p>
      </dgm:t>
    </dgm:pt>
    <dgm:pt modelId="{B73B2018-DB6C-42CB-B379-468A1E3A74B0}" type="parTrans" cxnId="{47E4CD2C-25C3-40CF-A3B5-1FB8CBA12D9D}">
      <dgm:prSet/>
      <dgm:spPr/>
      <dgm:t>
        <a:bodyPr/>
        <a:lstStyle/>
        <a:p>
          <a:endParaRPr lang="en-US"/>
        </a:p>
      </dgm:t>
    </dgm:pt>
    <dgm:pt modelId="{F56AA809-6CEF-4001-8A20-402C747343E1}" type="sibTrans" cxnId="{47E4CD2C-25C3-40CF-A3B5-1FB8CBA12D9D}">
      <dgm:prSet/>
      <dgm:spPr/>
      <dgm:t>
        <a:bodyPr/>
        <a:lstStyle/>
        <a:p>
          <a:endParaRPr lang="en-US"/>
        </a:p>
      </dgm:t>
    </dgm:pt>
    <dgm:pt modelId="{B0A3FF1F-DD97-4D1F-88F7-742800569CD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Exploración de datos, limpieza, análisis de nulos y </a:t>
          </a:r>
          <a:r>
            <a:rPr lang="es-MX" dirty="0" err="1"/>
            <a:t>outliers</a:t>
          </a:r>
          <a:r>
            <a:rPr lang="es-MX" dirty="0"/>
            <a:t>, y construcción de modelos.</a:t>
          </a:r>
          <a:endParaRPr lang="en-US" dirty="0"/>
        </a:p>
      </dgm:t>
    </dgm:pt>
    <dgm:pt modelId="{66393D51-0667-4513-AC6C-555BD5E0EF89}" type="sibTrans" cxnId="{CB2FD533-A9CA-4F4E-B693-2503AAD124FA}">
      <dgm:prSet/>
      <dgm:spPr/>
      <dgm:t>
        <a:bodyPr/>
        <a:lstStyle/>
        <a:p>
          <a:endParaRPr lang="en-US"/>
        </a:p>
      </dgm:t>
    </dgm:pt>
    <dgm:pt modelId="{AAC3076C-7E89-4E07-95B2-C5958AE4279A}" type="parTrans" cxnId="{CB2FD533-A9CA-4F4E-B693-2503AAD124FA}">
      <dgm:prSet/>
      <dgm:spPr/>
      <dgm:t>
        <a:bodyPr/>
        <a:lstStyle/>
        <a:p>
          <a:endParaRPr lang="en-US"/>
        </a:p>
      </dgm:t>
    </dgm:pt>
    <dgm:pt modelId="{4039604B-503A-4E8B-8FE6-06C359D2D99C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Objetivo: Construir un modelo de regresión para predecir el precio del vuelo.</a:t>
          </a:r>
          <a:endParaRPr lang="en-US" dirty="0"/>
        </a:p>
      </dgm:t>
    </dgm:pt>
    <dgm:pt modelId="{5E84969D-DEA4-484D-A83E-7A6FEA989740}" type="sibTrans" cxnId="{FB68393A-3CA3-4A87-A6A7-6C88C520FFC1}">
      <dgm:prSet/>
      <dgm:spPr/>
      <dgm:t>
        <a:bodyPr/>
        <a:lstStyle/>
        <a:p>
          <a:endParaRPr lang="en-US"/>
        </a:p>
      </dgm:t>
    </dgm:pt>
    <dgm:pt modelId="{DD930887-8B4D-4E41-BE51-11C497C833EE}" type="parTrans" cxnId="{FB68393A-3CA3-4A87-A6A7-6C88C520FFC1}">
      <dgm:prSet/>
      <dgm:spPr/>
      <dgm:t>
        <a:bodyPr/>
        <a:lstStyle/>
        <a:p>
          <a:endParaRPr lang="en-US"/>
        </a:p>
      </dgm:t>
    </dgm:pt>
    <dgm:pt modelId="{4F3097AD-9D85-4312-87F4-A39C61A45B21}" type="pres">
      <dgm:prSet presAssocID="{47FB44A3-E2CF-414D-AC0F-687756854F3F}" presName="root" presStyleCnt="0">
        <dgm:presLayoutVars>
          <dgm:dir/>
          <dgm:resizeHandles val="exact"/>
        </dgm:presLayoutVars>
      </dgm:prSet>
      <dgm:spPr/>
    </dgm:pt>
    <dgm:pt modelId="{F17B897B-2953-4562-8324-2D0950E2C38E}" type="pres">
      <dgm:prSet presAssocID="{44D4B585-E506-4842-A780-D5673C49A578}" presName="compNode" presStyleCnt="0"/>
      <dgm:spPr/>
    </dgm:pt>
    <dgm:pt modelId="{CAC3A60E-6FA6-4793-A56F-8712AE0CAF3C}" type="pres">
      <dgm:prSet presAssocID="{44D4B585-E506-4842-A780-D5673C49A578}" presName="bgRect" presStyleLbl="bgShp" presStyleIdx="0" presStyleCnt="3"/>
      <dgm:spPr/>
    </dgm:pt>
    <dgm:pt modelId="{EC023634-1C8F-454A-B4D2-660BC775CCB5}" type="pres">
      <dgm:prSet presAssocID="{44D4B585-E506-4842-A780-D5673C49A57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o"/>
        </a:ext>
      </dgm:extLst>
    </dgm:pt>
    <dgm:pt modelId="{D0119F92-4A83-4EAB-A872-DACF7A4AE842}" type="pres">
      <dgm:prSet presAssocID="{44D4B585-E506-4842-A780-D5673C49A578}" presName="spaceRect" presStyleCnt="0"/>
      <dgm:spPr/>
    </dgm:pt>
    <dgm:pt modelId="{CD08593A-B2EB-4FEC-ABDC-D1BCCB39BF38}" type="pres">
      <dgm:prSet presAssocID="{44D4B585-E506-4842-A780-D5673C49A578}" presName="parTx" presStyleLbl="revTx" presStyleIdx="0" presStyleCnt="3">
        <dgm:presLayoutVars>
          <dgm:chMax val="0"/>
          <dgm:chPref val="0"/>
        </dgm:presLayoutVars>
      </dgm:prSet>
      <dgm:spPr/>
    </dgm:pt>
    <dgm:pt modelId="{E9BC3E61-EC00-402B-ABFC-781173E8F437}" type="pres">
      <dgm:prSet presAssocID="{F56AA809-6CEF-4001-8A20-402C747343E1}" presName="sibTrans" presStyleCnt="0"/>
      <dgm:spPr/>
    </dgm:pt>
    <dgm:pt modelId="{2ABF190B-DC68-4981-8FC7-E7B9EB48585D}" type="pres">
      <dgm:prSet presAssocID="{B0A3FF1F-DD97-4D1F-88F7-742800569CD2}" presName="compNode" presStyleCnt="0"/>
      <dgm:spPr/>
    </dgm:pt>
    <dgm:pt modelId="{0E64C7D7-D05D-4564-87B0-EC09E1DA8C53}" type="pres">
      <dgm:prSet presAssocID="{B0A3FF1F-DD97-4D1F-88F7-742800569CD2}" presName="bgRect" presStyleLbl="bgShp" presStyleIdx="1" presStyleCnt="3"/>
      <dgm:spPr/>
    </dgm:pt>
    <dgm:pt modelId="{DD847D60-D167-44BE-A91C-8AF3278177BF}" type="pres">
      <dgm:prSet presAssocID="{B0A3FF1F-DD97-4D1F-88F7-742800569CD2}" presName="iconRect" presStyleLbl="node1" presStyleIdx="1" presStyleCnt="3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DD029165-082F-4029-A499-84FBCD19603D}" type="pres">
      <dgm:prSet presAssocID="{B0A3FF1F-DD97-4D1F-88F7-742800569CD2}" presName="spaceRect" presStyleCnt="0"/>
      <dgm:spPr/>
    </dgm:pt>
    <dgm:pt modelId="{6F617D89-1E47-4E72-B8B0-656E5B772404}" type="pres">
      <dgm:prSet presAssocID="{B0A3FF1F-DD97-4D1F-88F7-742800569CD2}" presName="parTx" presStyleLbl="revTx" presStyleIdx="1" presStyleCnt="3">
        <dgm:presLayoutVars>
          <dgm:chMax val="0"/>
          <dgm:chPref val="0"/>
        </dgm:presLayoutVars>
      </dgm:prSet>
      <dgm:spPr/>
    </dgm:pt>
    <dgm:pt modelId="{A562CC0A-870F-4439-A6E5-FDEBBB7846E5}" type="pres">
      <dgm:prSet presAssocID="{66393D51-0667-4513-AC6C-555BD5E0EF89}" presName="sibTrans" presStyleCnt="0"/>
      <dgm:spPr/>
    </dgm:pt>
    <dgm:pt modelId="{16F9D64F-6CFC-4F8F-95BE-19F4C6693908}" type="pres">
      <dgm:prSet presAssocID="{4039604B-503A-4E8B-8FE6-06C359D2D99C}" presName="compNode" presStyleCnt="0"/>
      <dgm:spPr/>
    </dgm:pt>
    <dgm:pt modelId="{4FBA1F81-1D47-4787-9C74-1C1B81FC4CD8}" type="pres">
      <dgm:prSet presAssocID="{4039604B-503A-4E8B-8FE6-06C359D2D99C}" presName="bgRect" presStyleLbl="bgShp" presStyleIdx="2" presStyleCnt="3" custLinFactNeighborX="-3261" custLinFactNeighborY="-1264"/>
      <dgm:spPr/>
    </dgm:pt>
    <dgm:pt modelId="{B3881912-B3D2-4AAA-9531-D2A7C86D007D}" type="pres">
      <dgm:prSet presAssocID="{4039604B-503A-4E8B-8FE6-06C359D2D99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 con relleno sólido"/>
        </a:ext>
      </dgm:extLst>
    </dgm:pt>
    <dgm:pt modelId="{98756AC2-426A-4236-94E8-739E56DD5EDB}" type="pres">
      <dgm:prSet presAssocID="{4039604B-503A-4E8B-8FE6-06C359D2D99C}" presName="spaceRect" presStyleCnt="0"/>
      <dgm:spPr/>
    </dgm:pt>
    <dgm:pt modelId="{1F83FF00-6987-4910-8BA5-FC59682C81C0}" type="pres">
      <dgm:prSet presAssocID="{4039604B-503A-4E8B-8FE6-06C359D2D99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7E4CD2C-25C3-40CF-A3B5-1FB8CBA12D9D}" srcId="{47FB44A3-E2CF-414D-AC0F-687756854F3F}" destId="{44D4B585-E506-4842-A780-D5673C49A578}" srcOrd="0" destOrd="0" parTransId="{B73B2018-DB6C-42CB-B379-468A1E3A74B0}" sibTransId="{F56AA809-6CEF-4001-8A20-402C747343E1}"/>
    <dgm:cxn modelId="{CB2FD533-A9CA-4F4E-B693-2503AAD124FA}" srcId="{47FB44A3-E2CF-414D-AC0F-687756854F3F}" destId="{B0A3FF1F-DD97-4D1F-88F7-742800569CD2}" srcOrd="1" destOrd="0" parTransId="{AAC3076C-7E89-4E07-95B2-C5958AE4279A}" sibTransId="{66393D51-0667-4513-AC6C-555BD5E0EF89}"/>
    <dgm:cxn modelId="{FB68393A-3CA3-4A87-A6A7-6C88C520FFC1}" srcId="{47FB44A3-E2CF-414D-AC0F-687756854F3F}" destId="{4039604B-503A-4E8B-8FE6-06C359D2D99C}" srcOrd="2" destOrd="0" parTransId="{DD930887-8B4D-4E41-BE51-11C497C833EE}" sibTransId="{5E84969D-DEA4-484D-A83E-7A6FEA989740}"/>
    <dgm:cxn modelId="{5BA5E84E-50EE-48BC-9FB2-4F5F77C31D6A}" type="presOf" srcId="{47FB44A3-E2CF-414D-AC0F-687756854F3F}" destId="{4F3097AD-9D85-4312-87F4-A39C61A45B21}" srcOrd="0" destOrd="0" presId="urn:microsoft.com/office/officeart/2018/2/layout/IconVerticalSolidList"/>
    <dgm:cxn modelId="{6864E67B-8951-4213-8D5D-C1FCBF86E4B9}" type="presOf" srcId="{4039604B-503A-4E8B-8FE6-06C359D2D99C}" destId="{1F83FF00-6987-4910-8BA5-FC59682C81C0}" srcOrd="0" destOrd="0" presId="urn:microsoft.com/office/officeart/2018/2/layout/IconVerticalSolidList"/>
    <dgm:cxn modelId="{A822BA9B-1333-485B-8511-F796C4887739}" type="presOf" srcId="{B0A3FF1F-DD97-4D1F-88F7-742800569CD2}" destId="{6F617D89-1E47-4E72-B8B0-656E5B772404}" srcOrd="0" destOrd="0" presId="urn:microsoft.com/office/officeart/2018/2/layout/IconVerticalSolidList"/>
    <dgm:cxn modelId="{57F0B1DA-FCA7-448C-B9D1-F3636B45F717}" type="presOf" srcId="{44D4B585-E506-4842-A780-D5673C49A578}" destId="{CD08593A-B2EB-4FEC-ABDC-D1BCCB39BF38}" srcOrd="0" destOrd="0" presId="urn:microsoft.com/office/officeart/2018/2/layout/IconVerticalSolidList"/>
    <dgm:cxn modelId="{F60C2477-851A-4BB9-A9E8-FF714D4FDDC6}" type="presParOf" srcId="{4F3097AD-9D85-4312-87F4-A39C61A45B21}" destId="{F17B897B-2953-4562-8324-2D0950E2C38E}" srcOrd="0" destOrd="0" presId="urn:microsoft.com/office/officeart/2018/2/layout/IconVerticalSolidList"/>
    <dgm:cxn modelId="{2F6E8BBE-9B03-4BD2-B93F-FF0223DEF0B3}" type="presParOf" srcId="{F17B897B-2953-4562-8324-2D0950E2C38E}" destId="{CAC3A60E-6FA6-4793-A56F-8712AE0CAF3C}" srcOrd="0" destOrd="0" presId="urn:microsoft.com/office/officeart/2018/2/layout/IconVerticalSolidList"/>
    <dgm:cxn modelId="{1E9D7973-A1DB-44BC-A1EE-EA5A37EAC585}" type="presParOf" srcId="{F17B897B-2953-4562-8324-2D0950E2C38E}" destId="{EC023634-1C8F-454A-B4D2-660BC775CCB5}" srcOrd="1" destOrd="0" presId="urn:microsoft.com/office/officeart/2018/2/layout/IconVerticalSolidList"/>
    <dgm:cxn modelId="{5DC14FC8-F61F-4476-84AA-1D1A733CACAD}" type="presParOf" srcId="{F17B897B-2953-4562-8324-2D0950E2C38E}" destId="{D0119F92-4A83-4EAB-A872-DACF7A4AE842}" srcOrd="2" destOrd="0" presId="urn:microsoft.com/office/officeart/2018/2/layout/IconVerticalSolidList"/>
    <dgm:cxn modelId="{C2A7C25E-6C40-4ED8-A842-A927542DA034}" type="presParOf" srcId="{F17B897B-2953-4562-8324-2D0950E2C38E}" destId="{CD08593A-B2EB-4FEC-ABDC-D1BCCB39BF38}" srcOrd="3" destOrd="0" presId="urn:microsoft.com/office/officeart/2018/2/layout/IconVerticalSolidList"/>
    <dgm:cxn modelId="{6E9F262D-1D26-4B0A-8E37-BC49CD4E96AB}" type="presParOf" srcId="{4F3097AD-9D85-4312-87F4-A39C61A45B21}" destId="{E9BC3E61-EC00-402B-ABFC-781173E8F437}" srcOrd="1" destOrd="0" presId="urn:microsoft.com/office/officeart/2018/2/layout/IconVerticalSolidList"/>
    <dgm:cxn modelId="{17416F29-F8FF-47E8-88B8-FDA2CD5AAD77}" type="presParOf" srcId="{4F3097AD-9D85-4312-87F4-A39C61A45B21}" destId="{2ABF190B-DC68-4981-8FC7-E7B9EB48585D}" srcOrd="2" destOrd="0" presId="urn:microsoft.com/office/officeart/2018/2/layout/IconVerticalSolidList"/>
    <dgm:cxn modelId="{F5A11B50-C812-45C4-ABEC-EB707BB3EBC6}" type="presParOf" srcId="{2ABF190B-DC68-4981-8FC7-E7B9EB48585D}" destId="{0E64C7D7-D05D-4564-87B0-EC09E1DA8C53}" srcOrd="0" destOrd="0" presId="urn:microsoft.com/office/officeart/2018/2/layout/IconVerticalSolidList"/>
    <dgm:cxn modelId="{DB3F857F-040B-4B22-A3C9-887E2C834CF0}" type="presParOf" srcId="{2ABF190B-DC68-4981-8FC7-E7B9EB48585D}" destId="{DD847D60-D167-44BE-A91C-8AF3278177BF}" srcOrd="1" destOrd="0" presId="urn:microsoft.com/office/officeart/2018/2/layout/IconVerticalSolidList"/>
    <dgm:cxn modelId="{67E3507C-CD91-4F8A-8F58-9FA680149A53}" type="presParOf" srcId="{2ABF190B-DC68-4981-8FC7-E7B9EB48585D}" destId="{DD029165-082F-4029-A499-84FBCD19603D}" srcOrd="2" destOrd="0" presId="urn:microsoft.com/office/officeart/2018/2/layout/IconVerticalSolidList"/>
    <dgm:cxn modelId="{E912E481-2D09-4A09-9DC8-5B6C230AD99E}" type="presParOf" srcId="{2ABF190B-DC68-4981-8FC7-E7B9EB48585D}" destId="{6F617D89-1E47-4E72-B8B0-656E5B772404}" srcOrd="3" destOrd="0" presId="urn:microsoft.com/office/officeart/2018/2/layout/IconVerticalSolidList"/>
    <dgm:cxn modelId="{FF35CC9F-65CF-4C2C-B494-1A15ECF3B8A2}" type="presParOf" srcId="{4F3097AD-9D85-4312-87F4-A39C61A45B21}" destId="{A562CC0A-870F-4439-A6E5-FDEBBB7846E5}" srcOrd="3" destOrd="0" presId="urn:microsoft.com/office/officeart/2018/2/layout/IconVerticalSolidList"/>
    <dgm:cxn modelId="{6AD5C5EE-33EF-4EF0-B017-CD9F5AF81087}" type="presParOf" srcId="{4F3097AD-9D85-4312-87F4-A39C61A45B21}" destId="{16F9D64F-6CFC-4F8F-95BE-19F4C6693908}" srcOrd="4" destOrd="0" presId="urn:microsoft.com/office/officeart/2018/2/layout/IconVerticalSolidList"/>
    <dgm:cxn modelId="{ECE01ABA-6C91-4B23-AED2-E0085B418BFF}" type="presParOf" srcId="{16F9D64F-6CFC-4F8F-95BE-19F4C6693908}" destId="{4FBA1F81-1D47-4787-9C74-1C1B81FC4CD8}" srcOrd="0" destOrd="0" presId="urn:microsoft.com/office/officeart/2018/2/layout/IconVerticalSolidList"/>
    <dgm:cxn modelId="{7F420BF9-728A-4B5E-9FBF-96F50F169D4F}" type="presParOf" srcId="{16F9D64F-6CFC-4F8F-95BE-19F4C6693908}" destId="{B3881912-B3D2-4AAA-9531-D2A7C86D007D}" srcOrd="1" destOrd="0" presId="urn:microsoft.com/office/officeart/2018/2/layout/IconVerticalSolidList"/>
    <dgm:cxn modelId="{AA15686B-7490-4059-AAA7-20679F764B97}" type="presParOf" srcId="{16F9D64F-6CFC-4F8F-95BE-19F4C6693908}" destId="{98756AC2-426A-4236-94E8-739E56DD5EDB}" srcOrd="2" destOrd="0" presId="urn:microsoft.com/office/officeart/2018/2/layout/IconVerticalSolidList"/>
    <dgm:cxn modelId="{985C27A1-9EF6-4C33-8404-DFE74A77A6E3}" type="presParOf" srcId="{16F9D64F-6CFC-4F8F-95BE-19F4C6693908}" destId="{1F83FF00-6987-4910-8BA5-FC59682C81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FB44A3-E2CF-414D-AC0F-687756854F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4D4B585-E506-4842-A780-D5673C49A578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 err="1"/>
            <a:t>Dataset</a:t>
          </a:r>
          <a:r>
            <a:rPr lang="es-MX" dirty="0"/>
            <a:t>: Vuelos hacia Tokio desde Guadalajara.</a:t>
          </a:r>
          <a:endParaRPr lang="en-US" dirty="0"/>
        </a:p>
      </dgm:t>
    </dgm:pt>
    <dgm:pt modelId="{B73B2018-DB6C-42CB-B379-468A1E3A74B0}" type="parTrans" cxnId="{47E4CD2C-25C3-40CF-A3B5-1FB8CBA12D9D}">
      <dgm:prSet/>
      <dgm:spPr/>
      <dgm:t>
        <a:bodyPr/>
        <a:lstStyle/>
        <a:p>
          <a:endParaRPr lang="en-US"/>
        </a:p>
      </dgm:t>
    </dgm:pt>
    <dgm:pt modelId="{F56AA809-6CEF-4001-8A20-402C747343E1}" type="sibTrans" cxnId="{47E4CD2C-25C3-40CF-A3B5-1FB8CBA12D9D}">
      <dgm:prSet/>
      <dgm:spPr/>
      <dgm:t>
        <a:bodyPr/>
        <a:lstStyle/>
        <a:p>
          <a:endParaRPr lang="en-US"/>
        </a:p>
      </dgm:t>
    </dgm:pt>
    <dgm:pt modelId="{4F3097AD-9D85-4312-87F4-A39C61A45B21}" type="pres">
      <dgm:prSet presAssocID="{47FB44A3-E2CF-414D-AC0F-687756854F3F}" presName="root" presStyleCnt="0">
        <dgm:presLayoutVars>
          <dgm:dir/>
          <dgm:resizeHandles val="exact"/>
        </dgm:presLayoutVars>
      </dgm:prSet>
      <dgm:spPr/>
    </dgm:pt>
    <dgm:pt modelId="{F17B897B-2953-4562-8324-2D0950E2C38E}" type="pres">
      <dgm:prSet presAssocID="{44D4B585-E506-4842-A780-D5673C49A578}" presName="compNode" presStyleCnt="0"/>
      <dgm:spPr/>
    </dgm:pt>
    <dgm:pt modelId="{CAC3A60E-6FA6-4793-A56F-8712AE0CAF3C}" type="pres">
      <dgm:prSet presAssocID="{44D4B585-E506-4842-A780-D5673C49A578}" presName="bgRect" presStyleLbl="bgShp" presStyleIdx="0" presStyleCnt="1"/>
      <dgm:spPr/>
    </dgm:pt>
    <dgm:pt modelId="{EC023634-1C8F-454A-B4D2-660BC775CCB5}" type="pres">
      <dgm:prSet presAssocID="{44D4B585-E506-4842-A780-D5673C49A578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o"/>
        </a:ext>
      </dgm:extLst>
    </dgm:pt>
    <dgm:pt modelId="{D0119F92-4A83-4EAB-A872-DACF7A4AE842}" type="pres">
      <dgm:prSet presAssocID="{44D4B585-E506-4842-A780-D5673C49A578}" presName="spaceRect" presStyleCnt="0"/>
      <dgm:spPr/>
    </dgm:pt>
    <dgm:pt modelId="{CD08593A-B2EB-4FEC-ABDC-D1BCCB39BF38}" type="pres">
      <dgm:prSet presAssocID="{44D4B585-E506-4842-A780-D5673C49A578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47E4CD2C-25C3-40CF-A3B5-1FB8CBA12D9D}" srcId="{47FB44A3-E2CF-414D-AC0F-687756854F3F}" destId="{44D4B585-E506-4842-A780-D5673C49A578}" srcOrd="0" destOrd="0" parTransId="{B73B2018-DB6C-42CB-B379-468A1E3A74B0}" sibTransId="{F56AA809-6CEF-4001-8A20-402C747343E1}"/>
    <dgm:cxn modelId="{5BA5E84E-50EE-48BC-9FB2-4F5F77C31D6A}" type="presOf" srcId="{47FB44A3-E2CF-414D-AC0F-687756854F3F}" destId="{4F3097AD-9D85-4312-87F4-A39C61A45B21}" srcOrd="0" destOrd="0" presId="urn:microsoft.com/office/officeart/2018/2/layout/IconVerticalSolidList"/>
    <dgm:cxn modelId="{57F0B1DA-FCA7-448C-B9D1-F3636B45F717}" type="presOf" srcId="{44D4B585-E506-4842-A780-D5673C49A578}" destId="{CD08593A-B2EB-4FEC-ABDC-D1BCCB39BF38}" srcOrd="0" destOrd="0" presId="urn:microsoft.com/office/officeart/2018/2/layout/IconVerticalSolidList"/>
    <dgm:cxn modelId="{F60C2477-851A-4BB9-A9E8-FF714D4FDDC6}" type="presParOf" srcId="{4F3097AD-9D85-4312-87F4-A39C61A45B21}" destId="{F17B897B-2953-4562-8324-2D0950E2C38E}" srcOrd="0" destOrd="0" presId="urn:microsoft.com/office/officeart/2018/2/layout/IconVerticalSolidList"/>
    <dgm:cxn modelId="{2F6E8BBE-9B03-4BD2-B93F-FF0223DEF0B3}" type="presParOf" srcId="{F17B897B-2953-4562-8324-2D0950E2C38E}" destId="{CAC3A60E-6FA6-4793-A56F-8712AE0CAF3C}" srcOrd="0" destOrd="0" presId="urn:microsoft.com/office/officeart/2018/2/layout/IconVerticalSolidList"/>
    <dgm:cxn modelId="{1E9D7973-A1DB-44BC-A1EE-EA5A37EAC585}" type="presParOf" srcId="{F17B897B-2953-4562-8324-2D0950E2C38E}" destId="{EC023634-1C8F-454A-B4D2-660BC775CCB5}" srcOrd="1" destOrd="0" presId="urn:microsoft.com/office/officeart/2018/2/layout/IconVerticalSolidList"/>
    <dgm:cxn modelId="{5DC14FC8-F61F-4476-84AA-1D1A733CACAD}" type="presParOf" srcId="{F17B897B-2953-4562-8324-2D0950E2C38E}" destId="{D0119F92-4A83-4EAB-A872-DACF7A4AE842}" srcOrd="2" destOrd="0" presId="urn:microsoft.com/office/officeart/2018/2/layout/IconVerticalSolidList"/>
    <dgm:cxn modelId="{C2A7C25E-6C40-4ED8-A842-A927542DA034}" type="presParOf" srcId="{F17B897B-2953-4562-8324-2D0950E2C38E}" destId="{CD08593A-B2EB-4FEC-ABDC-D1BCCB39BF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FB44A3-E2CF-414D-AC0F-687756854F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039604B-503A-4E8B-8FE6-06C359D2D99C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Exploración de datos, limpieza, análisis de nulos y outliers, y construcción de modelos.</a:t>
          </a:r>
          <a:endParaRPr lang="en-US"/>
        </a:p>
      </dgm:t>
    </dgm:pt>
    <dgm:pt modelId="{DD930887-8B4D-4E41-BE51-11C497C833EE}" type="parTrans" cxnId="{FB68393A-3CA3-4A87-A6A7-6C88C520FFC1}">
      <dgm:prSet/>
      <dgm:spPr/>
      <dgm:t>
        <a:bodyPr/>
        <a:lstStyle/>
        <a:p>
          <a:endParaRPr lang="en-US"/>
        </a:p>
      </dgm:t>
    </dgm:pt>
    <dgm:pt modelId="{5E84969D-DEA4-484D-A83E-7A6FEA989740}" type="sibTrans" cxnId="{FB68393A-3CA3-4A87-A6A7-6C88C520FFC1}">
      <dgm:prSet/>
      <dgm:spPr/>
      <dgm:t>
        <a:bodyPr/>
        <a:lstStyle/>
        <a:p>
          <a:endParaRPr lang="en-US"/>
        </a:p>
      </dgm:t>
    </dgm:pt>
    <dgm:pt modelId="{4F3097AD-9D85-4312-87F4-A39C61A45B21}" type="pres">
      <dgm:prSet presAssocID="{47FB44A3-E2CF-414D-AC0F-687756854F3F}" presName="root" presStyleCnt="0">
        <dgm:presLayoutVars>
          <dgm:dir/>
          <dgm:resizeHandles val="exact"/>
        </dgm:presLayoutVars>
      </dgm:prSet>
      <dgm:spPr/>
    </dgm:pt>
    <dgm:pt modelId="{16F9D64F-6CFC-4F8F-95BE-19F4C6693908}" type="pres">
      <dgm:prSet presAssocID="{4039604B-503A-4E8B-8FE6-06C359D2D99C}" presName="compNode" presStyleCnt="0"/>
      <dgm:spPr/>
    </dgm:pt>
    <dgm:pt modelId="{4FBA1F81-1D47-4787-9C74-1C1B81FC4CD8}" type="pres">
      <dgm:prSet presAssocID="{4039604B-503A-4E8B-8FE6-06C359D2D99C}" presName="bgRect" presStyleLbl="bgShp" presStyleIdx="0" presStyleCnt="1"/>
      <dgm:spPr/>
    </dgm:pt>
    <dgm:pt modelId="{B3881912-B3D2-4AAA-9531-D2A7C86D007D}" type="pres">
      <dgm:prSet presAssocID="{4039604B-503A-4E8B-8FE6-06C359D2D99C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vestigación"/>
        </a:ext>
      </dgm:extLst>
    </dgm:pt>
    <dgm:pt modelId="{98756AC2-426A-4236-94E8-739E56DD5EDB}" type="pres">
      <dgm:prSet presAssocID="{4039604B-503A-4E8B-8FE6-06C359D2D99C}" presName="spaceRect" presStyleCnt="0"/>
      <dgm:spPr/>
    </dgm:pt>
    <dgm:pt modelId="{1F83FF00-6987-4910-8BA5-FC59682C81C0}" type="pres">
      <dgm:prSet presAssocID="{4039604B-503A-4E8B-8FE6-06C359D2D99C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FB68393A-3CA3-4A87-A6A7-6C88C520FFC1}" srcId="{47FB44A3-E2CF-414D-AC0F-687756854F3F}" destId="{4039604B-503A-4E8B-8FE6-06C359D2D99C}" srcOrd="0" destOrd="0" parTransId="{DD930887-8B4D-4E41-BE51-11C497C833EE}" sibTransId="{5E84969D-DEA4-484D-A83E-7A6FEA989740}"/>
    <dgm:cxn modelId="{5BA5E84E-50EE-48BC-9FB2-4F5F77C31D6A}" type="presOf" srcId="{47FB44A3-E2CF-414D-AC0F-687756854F3F}" destId="{4F3097AD-9D85-4312-87F4-A39C61A45B21}" srcOrd="0" destOrd="0" presId="urn:microsoft.com/office/officeart/2018/2/layout/IconVerticalSolidList"/>
    <dgm:cxn modelId="{6864E67B-8951-4213-8D5D-C1FCBF86E4B9}" type="presOf" srcId="{4039604B-503A-4E8B-8FE6-06C359D2D99C}" destId="{1F83FF00-6987-4910-8BA5-FC59682C81C0}" srcOrd="0" destOrd="0" presId="urn:microsoft.com/office/officeart/2018/2/layout/IconVerticalSolidList"/>
    <dgm:cxn modelId="{6AD5C5EE-33EF-4EF0-B017-CD9F5AF81087}" type="presParOf" srcId="{4F3097AD-9D85-4312-87F4-A39C61A45B21}" destId="{16F9D64F-6CFC-4F8F-95BE-19F4C6693908}" srcOrd="0" destOrd="0" presId="urn:microsoft.com/office/officeart/2018/2/layout/IconVerticalSolidList"/>
    <dgm:cxn modelId="{ECE01ABA-6C91-4B23-AED2-E0085B418BFF}" type="presParOf" srcId="{16F9D64F-6CFC-4F8F-95BE-19F4C6693908}" destId="{4FBA1F81-1D47-4787-9C74-1C1B81FC4CD8}" srcOrd="0" destOrd="0" presId="urn:microsoft.com/office/officeart/2018/2/layout/IconVerticalSolidList"/>
    <dgm:cxn modelId="{7F420BF9-728A-4B5E-9FBF-96F50F169D4F}" type="presParOf" srcId="{16F9D64F-6CFC-4F8F-95BE-19F4C6693908}" destId="{B3881912-B3D2-4AAA-9531-D2A7C86D007D}" srcOrd="1" destOrd="0" presId="urn:microsoft.com/office/officeart/2018/2/layout/IconVerticalSolidList"/>
    <dgm:cxn modelId="{AA15686B-7490-4059-AAA7-20679F764B97}" type="presParOf" srcId="{16F9D64F-6CFC-4F8F-95BE-19F4C6693908}" destId="{98756AC2-426A-4236-94E8-739E56DD5EDB}" srcOrd="2" destOrd="0" presId="urn:microsoft.com/office/officeart/2018/2/layout/IconVerticalSolidList"/>
    <dgm:cxn modelId="{985C27A1-9EF6-4C33-8404-DFE74A77A6E3}" type="presParOf" srcId="{16F9D64F-6CFC-4F8F-95BE-19F4C6693908}" destId="{1F83FF00-6987-4910-8BA5-FC59682C81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FB44A3-E2CF-414D-AC0F-687756854F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0A3FF1F-DD97-4D1F-88F7-742800569CD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Objetivo: Construir un modelo de regresión para predecir el precio del vuelo.</a:t>
          </a:r>
          <a:endParaRPr lang="en-US"/>
        </a:p>
      </dgm:t>
    </dgm:pt>
    <dgm:pt modelId="{AAC3076C-7E89-4E07-95B2-C5958AE4279A}" type="parTrans" cxnId="{CB2FD533-A9CA-4F4E-B693-2503AAD124FA}">
      <dgm:prSet/>
      <dgm:spPr/>
      <dgm:t>
        <a:bodyPr/>
        <a:lstStyle/>
        <a:p>
          <a:endParaRPr lang="en-US"/>
        </a:p>
      </dgm:t>
    </dgm:pt>
    <dgm:pt modelId="{66393D51-0667-4513-AC6C-555BD5E0EF89}" type="sibTrans" cxnId="{CB2FD533-A9CA-4F4E-B693-2503AAD124FA}">
      <dgm:prSet/>
      <dgm:spPr/>
      <dgm:t>
        <a:bodyPr/>
        <a:lstStyle/>
        <a:p>
          <a:endParaRPr lang="en-US"/>
        </a:p>
      </dgm:t>
    </dgm:pt>
    <dgm:pt modelId="{4F3097AD-9D85-4312-87F4-A39C61A45B21}" type="pres">
      <dgm:prSet presAssocID="{47FB44A3-E2CF-414D-AC0F-687756854F3F}" presName="root" presStyleCnt="0">
        <dgm:presLayoutVars>
          <dgm:dir/>
          <dgm:resizeHandles val="exact"/>
        </dgm:presLayoutVars>
      </dgm:prSet>
      <dgm:spPr/>
    </dgm:pt>
    <dgm:pt modelId="{2ABF190B-DC68-4981-8FC7-E7B9EB48585D}" type="pres">
      <dgm:prSet presAssocID="{B0A3FF1F-DD97-4D1F-88F7-742800569CD2}" presName="compNode" presStyleCnt="0"/>
      <dgm:spPr/>
    </dgm:pt>
    <dgm:pt modelId="{0E64C7D7-D05D-4564-87B0-EC09E1DA8C53}" type="pres">
      <dgm:prSet presAssocID="{B0A3FF1F-DD97-4D1F-88F7-742800569CD2}" presName="bgRect" presStyleLbl="bgShp" presStyleIdx="0" presStyleCnt="1"/>
      <dgm:spPr/>
    </dgm:pt>
    <dgm:pt modelId="{DD847D60-D167-44BE-A91C-8AF3278177BF}" type="pres">
      <dgm:prSet presAssocID="{B0A3FF1F-DD97-4D1F-88F7-742800569CD2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DD029165-082F-4029-A499-84FBCD19603D}" type="pres">
      <dgm:prSet presAssocID="{B0A3FF1F-DD97-4D1F-88F7-742800569CD2}" presName="spaceRect" presStyleCnt="0"/>
      <dgm:spPr/>
    </dgm:pt>
    <dgm:pt modelId="{6F617D89-1E47-4E72-B8B0-656E5B772404}" type="pres">
      <dgm:prSet presAssocID="{B0A3FF1F-DD97-4D1F-88F7-742800569CD2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CB2FD533-A9CA-4F4E-B693-2503AAD124FA}" srcId="{47FB44A3-E2CF-414D-AC0F-687756854F3F}" destId="{B0A3FF1F-DD97-4D1F-88F7-742800569CD2}" srcOrd="0" destOrd="0" parTransId="{AAC3076C-7E89-4E07-95B2-C5958AE4279A}" sibTransId="{66393D51-0667-4513-AC6C-555BD5E0EF89}"/>
    <dgm:cxn modelId="{5BA5E84E-50EE-48BC-9FB2-4F5F77C31D6A}" type="presOf" srcId="{47FB44A3-E2CF-414D-AC0F-687756854F3F}" destId="{4F3097AD-9D85-4312-87F4-A39C61A45B21}" srcOrd="0" destOrd="0" presId="urn:microsoft.com/office/officeart/2018/2/layout/IconVerticalSolidList"/>
    <dgm:cxn modelId="{A822BA9B-1333-485B-8511-F796C4887739}" type="presOf" srcId="{B0A3FF1F-DD97-4D1F-88F7-742800569CD2}" destId="{6F617D89-1E47-4E72-B8B0-656E5B772404}" srcOrd="0" destOrd="0" presId="urn:microsoft.com/office/officeart/2018/2/layout/IconVerticalSolidList"/>
    <dgm:cxn modelId="{17416F29-F8FF-47E8-88B8-FDA2CD5AAD77}" type="presParOf" srcId="{4F3097AD-9D85-4312-87F4-A39C61A45B21}" destId="{2ABF190B-DC68-4981-8FC7-E7B9EB48585D}" srcOrd="0" destOrd="0" presId="urn:microsoft.com/office/officeart/2018/2/layout/IconVerticalSolidList"/>
    <dgm:cxn modelId="{F5A11B50-C812-45C4-ABEC-EB707BB3EBC6}" type="presParOf" srcId="{2ABF190B-DC68-4981-8FC7-E7B9EB48585D}" destId="{0E64C7D7-D05D-4564-87B0-EC09E1DA8C53}" srcOrd="0" destOrd="0" presId="urn:microsoft.com/office/officeart/2018/2/layout/IconVerticalSolidList"/>
    <dgm:cxn modelId="{DB3F857F-040B-4B22-A3C9-887E2C834CF0}" type="presParOf" srcId="{2ABF190B-DC68-4981-8FC7-E7B9EB48585D}" destId="{DD847D60-D167-44BE-A91C-8AF3278177BF}" srcOrd="1" destOrd="0" presId="urn:microsoft.com/office/officeart/2018/2/layout/IconVerticalSolidList"/>
    <dgm:cxn modelId="{67E3507C-CD91-4F8A-8F58-9FA680149A53}" type="presParOf" srcId="{2ABF190B-DC68-4981-8FC7-E7B9EB48585D}" destId="{DD029165-082F-4029-A499-84FBCD19603D}" srcOrd="2" destOrd="0" presId="urn:microsoft.com/office/officeart/2018/2/layout/IconVerticalSolidList"/>
    <dgm:cxn modelId="{E912E481-2D09-4A09-9DC8-5B6C230AD99E}" type="presParOf" srcId="{2ABF190B-DC68-4981-8FC7-E7B9EB48585D}" destId="{6F617D89-1E47-4E72-B8B0-656E5B7724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955C92-575B-42EF-A944-A9B98236CC7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F037D7D-8A32-40FE-B928-627140C28CE7}">
      <dgm:prSet/>
      <dgm:spPr/>
      <dgm:t>
        <a:bodyPr/>
        <a:lstStyle/>
        <a:p>
          <a:r>
            <a:rPr lang="es-MX" dirty="0"/>
            <a:t>Código para carga de datos, análisis y preprocesamiento.</a:t>
          </a:r>
          <a:endParaRPr lang="en-US" dirty="0"/>
        </a:p>
      </dgm:t>
    </dgm:pt>
    <dgm:pt modelId="{8FED8A29-9B00-49F4-8C92-A4ACC6DD5D1E}" type="parTrans" cxnId="{584D1E82-4BBF-4A3E-BAF7-444AE774E61D}">
      <dgm:prSet/>
      <dgm:spPr/>
      <dgm:t>
        <a:bodyPr/>
        <a:lstStyle/>
        <a:p>
          <a:endParaRPr lang="en-US"/>
        </a:p>
      </dgm:t>
    </dgm:pt>
    <dgm:pt modelId="{7DD9D0A8-C7A4-490C-9AD5-3985BA2262C3}" type="sibTrans" cxnId="{584D1E82-4BBF-4A3E-BAF7-444AE774E61D}">
      <dgm:prSet/>
      <dgm:spPr/>
      <dgm:t>
        <a:bodyPr/>
        <a:lstStyle/>
        <a:p>
          <a:endParaRPr lang="en-US"/>
        </a:p>
      </dgm:t>
    </dgm:pt>
    <dgm:pt modelId="{2DF0DAD8-835B-40B6-91DE-A2C4D25318DB}">
      <dgm:prSet/>
      <dgm:spPr/>
      <dgm:t>
        <a:bodyPr/>
        <a:lstStyle/>
        <a:p>
          <a:r>
            <a:rPr lang="es-MX" dirty="0"/>
            <a:t>Utilizamos bibliotecas como Pandas, </a:t>
          </a:r>
          <a:r>
            <a:rPr lang="es-MX" dirty="0" err="1"/>
            <a:t>Scikit-Learn</a:t>
          </a:r>
          <a:r>
            <a:rPr lang="es-MX" dirty="0"/>
            <a:t> y </a:t>
          </a:r>
          <a:r>
            <a:rPr lang="es-MX" dirty="0" err="1"/>
            <a:t>Matplotlib</a:t>
          </a:r>
          <a:r>
            <a:rPr lang="es-MX" dirty="0"/>
            <a:t>.</a:t>
          </a:r>
          <a:endParaRPr lang="en-US" dirty="0"/>
        </a:p>
      </dgm:t>
    </dgm:pt>
    <dgm:pt modelId="{EE89C38D-8B2E-4D4C-B650-E5BA4D35F669}" type="parTrans" cxnId="{A360CACC-39C8-4F2A-8109-48474624532D}">
      <dgm:prSet/>
      <dgm:spPr/>
      <dgm:t>
        <a:bodyPr/>
        <a:lstStyle/>
        <a:p>
          <a:endParaRPr lang="en-US"/>
        </a:p>
      </dgm:t>
    </dgm:pt>
    <dgm:pt modelId="{E3C6CBD8-F1D1-4F93-8921-4DB1AAACF6B5}" type="sibTrans" cxnId="{A360CACC-39C8-4F2A-8109-48474624532D}">
      <dgm:prSet/>
      <dgm:spPr/>
      <dgm:t>
        <a:bodyPr/>
        <a:lstStyle/>
        <a:p>
          <a:endParaRPr lang="en-US"/>
        </a:p>
      </dgm:t>
    </dgm:pt>
    <dgm:pt modelId="{4021E2F3-391C-4363-869A-B8E9CCD3F0DF}" type="pres">
      <dgm:prSet presAssocID="{A1955C92-575B-42EF-A944-A9B98236CC70}" presName="root" presStyleCnt="0">
        <dgm:presLayoutVars>
          <dgm:dir/>
          <dgm:resizeHandles val="exact"/>
        </dgm:presLayoutVars>
      </dgm:prSet>
      <dgm:spPr/>
    </dgm:pt>
    <dgm:pt modelId="{E6910B70-4069-4E26-99C2-311A28813260}" type="pres">
      <dgm:prSet presAssocID="{7F037D7D-8A32-40FE-B928-627140C28CE7}" presName="compNode" presStyleCnt="0"/>
      <dgm:spPr/>
    </dgm:pt>
    <dgm:pt modelId="{E4599116-5BCB-4BCB-B2C2-635715AE9FC9}" type="pres">
      <dgm:prSet presAssocID="{7F037D7D-8A32-40FE-B928-627140C28CE7}" presName="bgRect" presStyleLbl="bgShp" presStyleIdx="0" presStyleCnt="2"/>
      <dgm:spPr/>
    </dgm:pt>
    <dgm:pt modelId="{B644BDCE-AED2-4AE0-9838-120C56C21028}" type="pres">
      <dgm:prSet presAssocID="{7F037D7D-8A32-40FE-B928-627140C28CE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6A555BB3-485D-4A8D-853D-26523DCE1645}" type="pres">
      <dgm:prSet presAssocID="{7F037D7D-8A32-40FE-B928-627140C28CE7}" presName="spaceRect" presStyleCnt="0"/>
      <dgm:spPr/>
    </dgm:pt>
    <dgm:pt modelId="{A08318D4-A30B-43C2-B533-27A11AC8784C}" type="pres">
      <dgm:prSet presAssocID="{7F037D7D-8A32-40FE-B928-627140C28CE7}" presName="parTx" presStyleLbl="revTx" presStyleIdx="0" presStyleCnt="2">
        <dgm:presLayoutVars>
          <dgm:chMax val="0"/>
          <dgm:chPref val="0"/>
        </dgm:presLayoutVars>
      </dgm:prSet>
      <dgm:spPr/>
    </dgm:pt>
    <dgm:pt modelId="{56363FB8-5900-488B-8DED-D597B910E9FC}" type="pres">
      <dgm:prSet presAssocID="{7DD9D0A8-C7A4-490C-9AD5-3985BA2262C3}" presName="sibTrans" presStyleCnt="0"/>
      <dgm:spPr/>
    </dgm:pt>
    <dgm:pt modelId="{12EF4820-FD6E-4A16-9165-D673284B9C0A}" type="pres">
      <dgm:prSet presAssocID="{2DF0DAD8-835B-40B6-91DE-A2C4D25318DB}" presName="compNode" presStyleCnt="0"/>
      <dgm:spPr/>
    </dgm:pt>
    <dgm:pt modelId="{EF8DFC6C-3904-4789-BD7F-90266E525E45}" type="pres">
      <dgm:prSet presAssocID="{2DF0DAD8-835B-40B6-91DE-A2C4D25318DB}" presName="bgRect" presStyleLbl="bgShp" presStyleIdx="1" presStyleCnt="2"/>
      <dgm:spPr/>
    </dgm:pt>
    <dgm:pt modelId="{85DA3DED-5C9F-4AD3-8188-4749641DCC02}" type="pres">
      <dgm:prSet presAssocID="{2DF0DAD8-835B-40B6-91DE-A2C4D25318D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áfico de barras con relleno sólido"/>
        </a:ext>
      </dgm:extLst>
    </dgm:pt>
    <dgm:pt modelId="{1E3A1E74-C0CC-4814-8F4A-1954DD09026D}" type="pres">
      <dgm:prSet presAssocID="{2DF0DAD8-835B-40B6-91DE-A2C4D25318DB}" presName="spaceRect" presStyleCnt="0"/>
      <dgm:spPr/>
    </dgm:pt>
    <dgm:pt modelId="{746F4F7E-D984-4388-9141-D81EB4CE1D2C}" type="pres">
      <dgm:prSet presAssocID="{2DF0DAD8-835B-40B6-91DE-A2C4D25318D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2ABED66-BF55-42B9-A372-1A9712293B6C}" type="presOf" srcId="{2DF0DAD8-835B-40B6-91DE-A2C4D25318DB}" destId="{746F4F7E-D984-4388-9141-D81EB4CE1D2C}" srcOrd="0" destOrd="0" presId="urn:microsoft.com/office/officeart/2018/2/layout/IconVerticalSolidList"/>
    <dgm:cxn modelId="{584D1E82-4BBF-4A3E-BAF7-444AE774E61D}" srcId="{A1955C92-575B-42EF-A944-A9B98236CC70}" destId="{7F037D7D-8A32-40FE-B928-627140C28CE7}" srcOrd="0" destOrd="0" parTransId="{8FED8A29-9B00-49F4-8C92-A4ACC6DD5D1E}" sibTransId="{7DD9D0A8-C7A4-490C-9AD5-3985BA2262C3}"/>
    <dgm:cxn modelId="{D48F2992-2767-4C4A-829C-61CF745A2ECB}" type="presOf" srcId="{7F037D7D-8A32-40FE-B928-627140C28CE7}" destId="{A08318D4-A30B-43C2-B533-27A11AC8784C}" srcOrd="0" destOrd="0" presId="urn:microsoft.com/office/officeart/2018/2/layout/IconVerticalSolidList"/>
    <dgm:cxn modelId="{A360CACC-39C8-4F2A-8109-48474624532D}" srcId="{A1955C92-575B-42EF-A944-A9B98236CC70}" destId="{2DF0DAD8-835B-40B6-91DE-A2C4D25318DB}" srcOrd="1" destOrd="0" parTransId="{EE89C38D-8B2E-4D4C-B650-E5BA4D35F669}" sibTransId="{E3C6CBD8-F1D1-4F93-8921-4DB1AAACF6B5}"/>
    <dgm:cxn modelId="{DA9711D9-A22E-44B2-A0F9-23BA05862097}" type="presOf" srcId="{A1955C92-575B-42EF-A944-A9B98236CC70}" destId="{4021E2F3-391C-4363-869A-B8E9CCD3F0DF}" srcOrd="0" destOrd="0" presId="urn:microsoft.com/office/officeart/2018/2/layout/IconVerticalSolidList"/>
    <dgm:cxn modelId="{BC1E9867-7128-4E97-8F2F-222A221EB271}" type="presParOf" srcId="{4021E2F3-391C-4363-869A-B8E9CCD3F0DF}" destId="{E6910B70-4069-4E26-99C2-311A28813260}" srcOrd="0" destOrd="0" presId="urn:microsoft.com/office/officeart/2018/2/layout/IconVerticalSolidList"/>
    <dgm:cxn modelId="{28F7DC54-4B70-4BC9-A9BB-D366D9594164}" type="presParOf" srcId="{E6910B70-4069-4E26-99C2-311A28813260}" destId="{E4599116-5BCB-4BCB-B2C2-635715AE9FC9}" srcOrd="0" destOrd="0" presId="urn:microsoft.com/office/officeart/2018/2/layout/IconVerticalSolidList"/>
    <dgm:cxn modelId="{682A7755-79E1-4F25-93E0-7F6DEF3CE93D}" type="presParOf" srcId="{E6910B70-4069-4E26-99C2-311A28813260}" destId="{B644BDCE-AED2-4AE0-9838-120C56C21028}" srcOrd="1" destOrd="0" presId="urn:microsoft.com/office/officeart/2018/2/layout/IconVerticalSolidList"/>
    <dgm:cxn modelId="{FCF75A3B-4B21-4465-8958-5B0B8C591401}" type="presParOf" srcId="{E6910B70-4069-4E26-99C2-311A28813260}" destId="{6A555BB3-485D-4A8D-853D-26523DCE1645}" srcOrd="2" destOrd="0" presId="urn:microsoft.com/office/officeart/2018/2/layout/IconVerticalSolidList"/>
    <dgm:cxn modelId="{9DA537DC-572C-4E98-B6EA-9A48946D6F13}" type="presParOf" srcId="{E6910B70-4069-4E26-99C2-311A28813260}" destId="{A08318D4-A30B-43C2-B533-27A11AC8784C}" srcOrd="3" destOrd="0" presId="urn:microsoft.com/office/officeart/2018/2/layout/IconVerticalSolidList"/>
    <dgm:cxn modelId="{E9B3E3FA-EB4B-4220-A379-7764EDF5A825}" type="presParOf" srcId="{4021E2F3-391C-4363-869A-B8E9CCD3F0DF}" destId="{56363FB8-5900-488B-8DED-D597B910E9FC}" srcOrd="1" destOrd="0" presId="urn:microsoft.com/office/officeart/2018/2/layout/IconVerticalSolidList"/>
    <dgm:cxn modelId="{54C394F8-3ABB-45E3-83A4-C03F701A75D1}" type="presParOf" srcId="{4021E2F3-391C-4363-869A-B8E9CCD3F0DF}" destId="{12EF4820-FD6E-4A16-9165-D673284B9C0A}" srcOrd="2" destOrd="0" presId="urn:microsoft.com/office/officeart/2018/2/layout/IconVerticalSolidList"/>
    <dgm:cxn modelId="{C210A347-A907-4E3B-9C17-AFF3A4B3F2A0}" type="presParOf" srcId="{12EF4820-FD6E-4A16-9165-D673284B9C0A}" destId="{EF8DFC6C-3904-4789-BD7F-90266E525E45}" srcOrd="0" destOrd="0" presId="urn:microsoft.com/office/officeart/2018/2/layout/IconVerticalSolidList"/>
    <dgm:cxn modelId="{E13F4AF5-1322-442C-99ED-029CFCE4C1B9}" type="presParOf" srcId="{12EF4820-FD6E-4A16-9165-D673284B9C0A}" destId="{85DA3DED-5C9F-4AD3-8188-4749641DCC02}" srcOrd="1" destOrd="0" presId="urn:microsoft.com/office/officeart/2018/2/layout/IconVerticalSolidList"/>
    <dgm:cxn modelId="{374B326C-DD63-4C82-8E54-AB88A3DA2D41}" type="presParOf" srcId="{12EF4820-FD6E-4A16-9165-D673284B9C0A}" destId="{1E3A1E74-C0CC-4814-8F4A-1954DD09026D}" srcOrd="2" destOrd="0" presId="urn:microsoft.com/office/officeart/2018/2/layout/IconVerticalSolidList"/>
    <dgm:cxn modelId="{4A549CF7-401A-4410-9BC7-149578B7AF0B}" type="presParOf" srcId="{12EF4820-FD6E-4A16-9165-D673284B9C0A}" destId="{746F4F7E-D984-4388-9141-D81EB4CE1D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561F8C-402F-4A5D-92B0-3334BAC40A6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219347-A878-4DD0-9ECD-0FA5EFC46F11}">
      <dgm:prSet/>
      <dgm:spPr/>
      <dgm:t>
        <a:bodyPr/>
        <a:lstStyle/>
        <a:p>
          <a:r>
            <a:rPr lang="es-MX"/>
            <a:t>Dataset: EMNIST (balanced), imágenes 28x28 en escala de grises.</a:t>
          </a:r>
          <a:endParaRPr lang="en-US"/>
        </a:p>
      </dgm:t>
    </dgm:pt>
    <dgm:pt modelId="{7E568E03-D323-47B0-8604-72383F5A38FB}" type="parTrans" cxnId="{4D2DB2BA-4394-43AE-9ED4-4797C202B0C3}">
      <dgm:prSet/>
      <dgm:spPr/>
      <dgm:t>
        <a:bodyPr/>
        <a:lstStyle/>
        <a:p>
          <a:endParaRPr lang="en-US"/>
        </a:p>
      </dgm:t>
    </dgm:pt>
    <dgm:pt modelId="{71A9A3E8-5040-4006-B2BC-4ECC02A81A67}" type="sibTrans" cxnId="{4D2DB2BA-4394-43AE-9ED4-4797C202B0C3}">
      <dgm:prSet/>
      <dgm:spPr/>
      <dgm:t>
        <a:bodyPr/>
        <a:lstStyle/>
        <a:p>
          <a:endParaRPr lang="en-US"/>
        </a:p>
      </dgm:t>
    </dgm:pt>
    <dgm:pt modelId="{060978D7-A95F-4DF2-B85A-CBFB4BB26970}">
      <dgm:prSet/>
      <dgm:spPr/>
      <dgm:t>
        <a:bodyPr/>
        <a:lstStyle/>
        <a:p>
          <a:r>
            <a:rPr lang="es-MX"/>
            <a:t>Objetivo: Entrenar una CNN para clasificar caracteres.</a:t>
          </a:r>
          <a:endParaRPr lang="en-US"/>
        </a:p>
      </dgm:t>
    </dgm:pt>
    <dgm:pt modelId="{1F5323EA-6A2D-4C04-BA05-5CDE5568584E}" type="parTrans" cxnId="{FB93B74D-1463-437D-B0EF-044E20769727}">
      <dgm:prSet/>
      <dgm:spPr/>
      <dgm:t>
        <a:bodyPr/>
        <a:lstStyle/>
        <a:p>
          <a:endParaRPr lang="en-US"/>
        </a:p>
      </dgm:t>
    </dgm:pt>
    <dgm:pt modelId="{E3B0992B-03EF-4AFD-A25B-46DE07EA8E64}" type="sibTrans" cxnId="{FB93B74D-1463-437D-B0EF-044E20769727}">
      <dgm:prSet/>
      <dgm:spPr/>
      <dgm:t>
        <a:bodyPr/>
        <a:lstStyle/>
        <a:p>
          <a:endParaRPr lang="en-US"/>
        </a:p>
      </dgm:t>
    </dgm:pt>
    <dgm:pt modelId="{0EB6BB7E-CE3A-493F-B282-D233DFD80011}">
      <dgm:prSet/>
      <dgm:spPr/>
      <dgm:t>
        <a:bodyPr/>
        <a:lstStyle/>
        <a:p>
          <a:r>
            <a:rPr lang="es-MX"/>
            <a:t>Exploración de datos, visualización y preprocesamiento.</a:t>
          </a:r>
          <a:endParaRPr lang="en-US"/>
        </a:p>
      </dgm:t>
    </dgm:pt>
    <dgm:pt modelId="{6E07A3AE-AFCF-40FE-B2FD-EE4046820053}" type="parTrans" cxnId="{41EBA952-C6A3-455F-8ED1-A5E475327457}">
      <dgm:prSet/>
      <dgm:spPr/>
      <dgm:t>
        <a:bodyPr/>
        <a:lstStyle/>
        <a:p>
          <a:endParaRPr lang="en-US"/>
        </a:p>
      </dgm:t>
    </dgm:pt>
    <dgm:pt modelId="{C63D47A3-D3CE-4364-813F-3DFAB373E215}" type="sibTrans" cxnId="{41EBA952-C6A3-455F-8ED1-A5E475327457}">
      <dgm:prSet/>
      <dgm:spPr/>
      <dgm:t>
        <a:bodyPr/>
        <a:lstStyle/>
        <a:p>
          <a:endParaRPr lang="en-US"/>
        </a:p>
      </dgm:t>
    </dgm:pt>
    <dgm:pt modelId="{3AA3364A-3163-4B86-8DC3-589E7F58E829}" type="pres">
      <dgm:prSet presAssocID="{11561F8C-402F-4A5D-92B0-3334BAC40A65}" presName="root" presStyleCnt="0">
        <dgm:presLayoutVars>
          <dgm:dir/>
          <dgm:resizeHandles val="exact"/>
        </dgm:presLayoutVars>
      </dgm:prSet>
      <dgm:spPr/>
    </dgm:pt>
    <dgm:pt modelId="{15935E46-A662-4CE4-A66B-AEB6B0F375EF}" type="pres">
      <dgm:prSet presAssocID="{F8219347-A878-4DD0-9ECD-0FA5EFC46F11}" presName="compNode" presStyleCnt="0"/>
      <dgm:spPr/>
    </dgm:pt>
    <dgm:pt modelId="{0907BAED-D032-4FC8-94F1-427C83D206B5}" type="pres">
      <dgm:prSet presAssocID="{F8219347-A878-4DD0-9ECD-0FA5EFC46F11}" presName="bgRect" presStyleLbl="bgShp" presStyleIdx="0" presStyleCnt="3"/>
      <dgm:spPr/>
    </dgm:pt>
    <dgm:pt modelId="{FE2C8660-15BC-4173-AE6B-4380CB8BB660}" type="pres">
      <dgm:prSet presAssocID="{F8219347-A878-4DD0-9ECD-0FA5EFC46F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7AFD2416-B982-4958-9512-A0960DE0B961}" type="pres">
      <dgm:prSet presAssocID="{F8219347-A878-4DD0-9ECD-0FA5EFC46F11}" presName="spaceRect" presStyleCnt="0"/>
      <dgm:spPr/>
    </dgm:pt>
    <dgm:pt modelId="{B64A57A9-20B2-4DEE-B773-CCB95598DF99}" type="pres">
      <dgm:prSet presAssocID="{F8219347-A878-4DD0-9ECD-0FA5EFC46F11}" presName="parTx" presStyleLbl="revTx" presStyleIdx="0" presStyleCnt="3">
        <dgm:presLayoutVars>
          <dgm:chMax val="0"/>
          <dgm:chPref val="0"/>
        </dgm:presLayoutVars>
      </dgm:prSet>
      <dgm:spPr/>
    </dgm:pt>
    <dgm:pt modelId="{63ACA758-5D4B-42A7-BFC9-06538CF5FFF4}" type="pres">
      <dgm:prSet presAssocID="{71A9A3E8-5040-4006-B2BC-4ECC02A81A67}" presName="sibTrans" presStyleCnt="0"/>
      <dgm:spPr/>
    </dgm:pt>
    <dgm:pt modelId="{75E223BC-4FDE-4EF9-BA3E-00A9AD79532B}" type="pres">
      <dgm:prSet presAssocID="{060978D7-A95F-4DF2-B85A-CBFB4BB26970}" presName="compNode" presStyleCnt="0"/>
      <dgm:spPr/>
    </dgm:pt>
    <dgm:pt modelId="{168517EE-005D-4C03-A8FD-EB3ACDFE3993}" type="pres">
      <dgm:prSet presAssocID="{060978D7-A95F-4DF2-B85A-CBFB4BB26970}" presName="bgRect" presStyleLbl="bgShp" presStyleIdx="1" presStyleCnt="3"/>
      <dgm:spPr/>
    </dgm:pt>
    <dgm:pt modelId="{54971A33-1EB4-4DA4-8AA7-843330DF697D}" type="pres">
      <dgm:prSet presAssocID="{060978D7-A95F-4DF2-B85A-CBFB4BB2697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146D80ED-5F5E-4812-8C41-A3803A128010}" type="pres">
      <dgm:prSet presAssocID="{060978D7-A95F-4DF2-B85A-CBFB4BB26970}" presName="spaceRect" presStyleCnt="0"/>
      <dgm:spPr/>
    </dgm:pt>
    <dgm:pt modelId="{9F278A9E-34D6-4F22-ABD4-0E8FE8D88E13}" type="pres">
      <dgm:prSet presAssocID="{060978D7-A95F-4DF2-B85A-CBFB4BB26970}" presName="parTx" presStyleLbl="revTx" presStyleIdx="1" presStyleCnt="3">
        <dgm:presLayoutVars>
          <dgm:chMax val="0"/>
          <dgm:chPref val="0"/>
        </dgm:presLayoutVars>
      </dgm:prSet>
      <dgm:spPr/>
    </dgm:pt>
    <dgm:pt modelId="{4B7A825E-02FB-4779-BCD4-1CEBBD328395}" type="pres">
      <dgm:prSet presAssocID="{E3B0992B-03EF-4AFD-A25B-46DE07EA8E64}" presName="sibTrans" presStyleCnt="0"/>
      <dgm:spPr/>
    </dgm:pt>
    <dgm:pt modelId="{FFD7DF64-AA97-4A19-9268-6BD4FD70E0EF}" type="pres">
      <dgm:prSet presAssocID="{0EB6BB7E-CE3A-493F-B282-D233DFD80011}" presName="compNode" presStyleCnt="0"/>
      <dgm:spPr/>
    </dgm:pt>
    <dgm:pt modelId="{0F12CE3B-7759-4236-879E-42C22DE0E990}" type="pres">
      <dgm:prSet presAssocID="{0EB6BB7E-CE3A-493F-B282-D233DFD80011}" presName="bgRect" presStyleLbl="bgShp" presStyleIdx="2" presStyleCnt="3"/>
      <dgm:spPr/>
    </dgm:pt>
    <dgm:pt modelId="{AD0F9F19-2111-4971-A51C-8885DFD15529}" type="pres">
      <dgm:prSet presAssocID="{0EB6BB7E-CE3A-493F-B282-D233DFD800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smáticos"/>
        </a:ext>
      </dgm:extLst>
    </dgm:pt>
    <dgm:pt modelId="{1A6FE3F3-5662-44B3-8906-072359B26617}" type="pres">
      <dgm:prSet presAssocID="{0EB6BB7E-CE3A-493F-B282-D233DFD80011}" presName="spaceRect" presStyleCnt="0"/>
      <dgm:spPr/>
    </dgm:pt>
    <dgm:pt modelId="{BB3867A7-B9BB-4F93-8538-C15EDF445A70}" type="pres">
      <dgm:prSet presAssocID="{0EB6BB7E-CE3A-493F-B282-D233DFD8001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B93B74D-1463-437D-B0EF-044E20769727}" srcId="{11561F8C-402F-4A5D-92B0-3334BAC40A65}" destId="{060978D7-A95F-4DF2-B85A-CBFB4BB26970}" srcOrd="1" destOrd="0" parTransId="{1F5323EA-6A2D-4C04-BA05-5CDE5568584E}" sibTransId="{E3B0992B-03EF-4AFD-A25B-46DE07EA8E64}"/>
    <dgm:cxn modelId="{41EBA952-C6A3-455F-8ED1-A5E475327457}" srcId="{11561F8C-402F-4A5D-92B0-3334BAC40A65}" destId="{0EB6BB7E-CE3A-493F-B282-D233DFD80011}" srcOrd="2" destOrd="0" parTransId="{6E07A3AE-AFCF-40FE-B2FD-EE4046820053}" sibTransId="{C63D47A3-D3CE-4364-813F-3DFAB373E215}"/>
    <dgm:cxn modelId="{014AD392-55B0-44CD-90CA-7B2E1AE7482F}" type="presOf" srcId="{060978D7-A95F-4DF2-B85A-CBFB4BB26970}" destId="{9F278A9E-34D6-4F22-ABD4-0E8FE8D88E13}" srcOrd="0" destOrd="0" presId="urn:microsoft.com/office/officeart/2018/2/layout/IconVerticalSolidList"/>
    <dgm:cxn modelId="{34F42FB4-02C1-42F7-B943-F1551A3C9D34}" type="presOf" srcId="{F8219347-A878-4DD0-9ECD-0FA5EFC46F11}" destId="{B64A57A9-20B2-4DEE-B773-CCB95598DF99}" srcOrd="0" destOrd="0" presId="urn:microsoft.com/office/officeart/2018/2/layout/IconVerticalSolidList"/>
    <dgm:cxn modelId="{4D2DB2BA-4394-43AE-9ED4-4797C202B0C3}" srcId="{11561F8C-402F-4A5D-92B0-3334BAC40A65}" destId="{F8219347-A878-4DD0-9ECD-0FA5EFC46F11}" srcOrd="0" destOrd="0" parTransId="{7E568E03-D323-47B0-8604-72383F5A38FB}" sibTransId="{71A9A3E8-5040-4006-B2BC-4ECC02A81A67}"/>
    <dgm:cxn modelId="{74AEA4DD-7774-4421-9812-2D57DE3E138F}" type="presOf" srcId="{11561F8C-402F-4A5D-92B0-3334BAC40A65}" destId="{3AA3364A-3163-4B86-8DC3-589E7F58E829}" srcOrd="0" destOrd="0" presId="urn:microsoft.com/office/officeart/2018/2/layout/IconVerticalSolidList"/>
    <dgm:cxn modelId="{BFA626E4-D505-4713-BCA3-4E257612D7D0}" type="presOf" srcId="{0EB6BB7E-CE3A-493F-B282-D233DFD80011}" destId="{BB3867A7-B9BB-4F93-8538-C15EDF445A70}" srcOrd="0" destOrd="0" presId="urn:microsoft.com/office/officeart/2018/2/layout/IconVerticalSolidList"/>
    <dgm:cxn modelId="{E282D2D6-F7F0-4E33-A577-E5705B060F0F}" type="presParOf" srcId="{3AA3364A-3163-4B86-8DC3-589E7F58E829}" destId="{15935E46-A662-4CE4-A66B-AEB6B0F375EF}" srcOrd="0" destOrd="0" presId="urn:microsoft.com/office/officeart/2018/2/layout/IconVerticalSolidList"/>
    <dgm:cxn modelId="{DB5C41BA-01A1-4684-9D8F-ED83B4D08CEB}" type="presParOf" srcId="{15935E46-A662-4CE4-A66B-AEB6B0F375EF}" destId="{0907BAED-D032-4FC8-94F1-427C83D206B5}" srcOrd="0" destOrd="0" presId="urn:microsoft.com/office/officeart/2018/2/layout/IconVerticalSolidList"/>
    <dgm:cxn modelId="{AB239A3B-FB61-4642-8D4E-5A8695DD55F1}" type="presParOf" srcId="{15935E46-A662-4CE4-A66B-AEB6B0F375EF}" destId="{FE2C8660-15BC-4173-AE6B-4380CB8BB660}" srcOrd="1" destOrd="0" presId="urn:microsoft.com/office/officeart/2018/2/layout/IconVerticalSolidList"/>
    <dgm:cxn modelId="{F223D366-ECC1-413A-BD44-86EDEBF6A2E9}" type="presParOf" srcId="{15935E46-A662-4CE4-A66B-AEB6B0F375EF}" destId="{7AFD2416-B982-4958-9512-A0960DE0B961}" srcOrd="2" destOrd="0" presId="urn:microsoft.com/office/officeart/2018/2/layout/IconVerticalSolidList"/>
    <dgm:cxn modelId="{9EC36AA1-0816-4048-9F0E-CB65EDB789F5}" type="presParOf" srcId="{15935E46-A662-4CE4-A66B-AEB6B0F375EF}" destId="{B64A57A9-20B2-4DEE-B773-CCB95598DF99}" srcOrd="3" destOrd="0" presId="urn:microsoft.com/office/officeart/2018/2/layout/IconVerticalSolidList"/>
    <dgm:cxn modelId="{4E796BFA-C07C-48D3-A635-81D90C96A45A}" type="presParOf" srcId="{3AA3364A-3163-4B86-8DC3-589E7F58E829}" destId="{63ACA758-5D4B-42A7-BFC9-06538CF5FFF4}" srcOrd="1" destOrd="0" presId="urn:microsoft.com/office/officeart/2018/2/layout/IconVerticalSolidList"/>
    <dgm:cxn modelId="{255E583B-6A1E-48E6-844B-79603FEB6176}" type="presParOf" srcId="{3AA3364A-3163-4B86-8DC3-589E7F58E829}" destId="{75E223BC-4FDE-4EF9-BA3E-00A9AD79532B}" srcOrd="2" destOrd="0" presId="urn:microsoft.com/office/officeart/2018/2/layout/IconVerticalSolidList"/>
    <dgm:cxn modelId="{B1088EAD-BBFD-4F1E-8986-AE7FA6FB3AAF}" type="presParOf" srcId="{75E223BC-4FDE-4EF9-BA3E-00A9AD79532B}" destId="{168517EE-005D-4C03-A8FD-EB3ACDFE3993}" srcOrd="0" destOrd="0" presId="urn:microsoft.com/office/officeart/2018/2/layout/IconVerticalSolidList"/>
    <dgm:cxn modelId="{F6B63D7E-BF6F-4A84-A3DE-D327C601FD50}" type="presParOf" srcId="{75E223BC-4FDE-4EF9-BA3E-00A9AD79532B}" destId="{54971A33-1EB4-4DA4-8AA7-843330DF697D}" srcOrd="1" destOrd="0" presId="urn:microsoft.com/office/officeart/2018/2/layout/IconVerticalSolidList"/>
    <dgm:cxn modelId="{A3458994-E3BD-4824-8AEA-D5BAF47A8F74}" type="presParOf" srcId="{75E223BC-4FDE-4EF9-BA3E-00A9AD79532B}" destId="{146D80ED-5F5E-4812-8C41-A3803A128010}" srcOrd="2" destOrd="0" presId="urn:microsoft.com/office/officeart/2018/2/layout/IconVerticalSolidList"/>
    <dgm:cxn modelId="{5C652202-8C18-4D8B-BAB8-B9C41883129B}" type="presParOf" srcId="{75E223BC-4FDE-4EF9-BA3E-00A9AD79532B}" destId="{9F278A9E-34D6-4F22-ABD4-0E8FE8D88E13}" srcOrd="3" destOrd="0" presId="urn:microsoft.com/office/officeart/2018/2/layout/IconVerticalSolidList"/>
    <dgm:cxn modelId="{A8EE751C-CEED-4FE2-889C-6BCA05C07DC8}" type="presParOf" srcId="{3AA3364A-3163-4B86-8DC3-589E7F58E829}" destId="{4B7A825E-02FB-4779-BCD4-1CEBBD328395}" srcOrd="3" destOrd="0" presId="urn:microsoft.com/office/officeart/2018/2/layout/IconVerticalSolidList"/>
    <dgm:cxn modelId="{E1C79D1E-A4C3-4ED6-9A92-D69C2B11EC19}" type="presParOf" srcId="{3AA3364A-3163-4B86-8DC3-589E7F58E829}" destId="{FFD7DF64-AA97-4A19-9268-6BD4FD70E0EF}" srcOrd="4" destOrd="0" presId="urn:microsoft.com/office/officeart/2018/2/layout/IconVerticalSolidList"/>
    <dgm:cxn modelId="{F8252609-A8A3-43B5-97E3-9E884183B82C}" type="presParOf" srcId="{FFD7DF64-AA97-4A19-9268-6BD4FD70E0EF}" destId="{0F12CE3B-7759-4236-879E-42C22DE0E990}" srcOrd="0" destOrd="0" presId="urn:microsoft.com/office/officeart/2018/2/layout/IconVerticalSolidList"/>
    <dgm:cxn modelId="{B4D6FEE3-E496-4A01-B0BD-040C9EB3BDAA}" type="presParOf" srcId="{FFD7DF64-AA97-4A19-9268-6BD4FD70E0EF}" destId="{AD0F9F19-2111-4971-A51C-8885DFD15529}" srcOrd="1" destOrd="0" presId="urn:microsoft.com/office/officeart/2018/2/layout/IconVerticalSolidList"/>
    <dgm:cxn modelId="{15DA74D7-5B89-49B3-879A-503E8F218EE7}" type="presParOf" srcId="{FFD7DF64-AA97-4A19-9268-6BD4FD70E0EF}" destId="{1A6FE3F3-5662-44B3-8906-072359B26617}" srcOrd="2" destOrd="0" presId="urn:microsoft.com/office/officeart/2018/2/layout/IconVerticalSolidList"/>
    <dgm:cxn modelId="{75A8DD9B-6896-424D-BC51-4E2B26DF40BA}" type="presParOf" srcId="{FFD7DF64-AA97-4A19-9268-6BD4FD70E0EF}" destId="{BB3867A7-B9BB-4F93-8538-C15EDF445A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1561F8C-402F-4A5D-92B0-3334BAC40A6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219347-A878-4DD0-9ECD-0FA5EFC46F11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 err="1"/>
            <a:t>Dataset</a:t>
          </a:r>
          <a:r>
            <a:rPr lang="es-MX" dirty="0"/>
            <a:t>: EMNIST (</a:t>
          </a:r>
          <a:r>
            <a:rPr lang="es-MX" dirty="0" err="1"/>
            <a:t>balanced</a:t>
          </a:r>
          <a:r>
            <a:rPr lang="es-MX" dirty="0"/>
            <a:t>), imágenes 28x28 en escala de grises.</a:t>
          </a:r>
          <a:endParaRPr lang="en-US" dirty="0"/>
        </a:p>
      </dgm:t>
    </dgm:pt>
    <dgm:pt modelId="{7E568E03-D323-47B0-8604-72383F5A38FB}" type="parTrans" cxnId="{4D2DB2BA-4394-43AE-9ED4-4797C202B0C3}">
      <dgm:prSet/>
      <dgm:spPr/>
      <dgm:t>
        <a:bodyPr/>
        <a:lstStyle/>
        <a:p>
          <a:endParaRPr lang="en-US"/>
        </a:p>
      </dgm:t>
    </dgm:pt>
    <dgm:pt modelId="{71A9A3E8-5040-4006-B2BC-4ECC02A81A67}" type="sibTrans" cxnId="{4D2DB2BA-4394-43AE-9ED4-4797C202B0C3}">
      <dgm:prSet/>
      <dgm:spPr/>
      <dgm:t>
        <a:bodyPr/>
        <a:lstStyle/>
        <a:p>
          <a:endParaRPr lang="en-US"/>
        </a:p>
      </dgm:t>
    </dgm:pt>
    <dgm:pt modelId="{3AA3364A-3163-4B86-8DC3-589E7F58E829}" type="pres">
      <dgm:prSet presAssocID="{11561F8C-402F-4A5D-92B0-3334BAC40A65}" presName="root" presStyleCnt="0">
        <dgm:presLayoutVars>
          <dgm:dir/>
          <dgm:resizeHandles val="exact"/>
        </dgm:presLayoutVars>
      </dgm:prSet>
      <dgm:spPr/>
    </dgm:pt>
    <dgm:pt modelId="{15935E46-A662-4CE4-A66B-AEB6B0F375EF}" type="pres">
      <dgm:prSet presAssocID="{F8219347-A878-4DD0-9ECD-0FA5EFC46F11}" presName="compNode" presStyleCnt="0"/>
      <dgm:spPr/>
    </dgm:pt>
    <dgm:pt modelId="{0907BAED-D032-4FC8-94F1-427C83D206B5}" type="pres">
      <dgm:prSet presAssocID="{F8219347-A878-4DD0-9ECD-0FA5EFC46F11}" presName="bgRect" presStyleLbl="bgShp" presStyleIdx="0" presStyleCnt="1"/>
      <dgm:spPr/>
    </dgm:pt>
    <dgm:pt modelId="{FE2C8660-15BC-4173-AE6B-4380CB8BB660}" type="pres">
      <dgm:prSet presAssocID="{F8219347-A878-4DD0-9ECD-0FA5EFC46F11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7AFD2416-B982-4958-9512-A0960DE0B961}" type="pres">
      <dgm:prSet presAssocID="{F8219347-A878-4DD0-9ECD-0FA5EFC46F11}" presName="spaceRect" presStyleCnt="0"/>
      <dgm:spPr/>
    </dgm:pt>
    <dgm:pt modelId="{B64A57A9-20B2-4DEE-B773-CCB95598DF99}" type="pres">
      <dgm:prSet presAssocID="{F8219347-A878-4DD0-9ECD-0FA5EFC46F11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34F42FB4-02C1-42F7-B943-F1551A3C9D34}" type="presOf" srcId="{F8219347-A878-4DD0-9ECD-0FA5EFC46F11}" destId="{B64A57A9-20B2-4DEE-B773-CCB95598DF99}" srcOrd="0" destOrd="0" presId="urn:microsoft.com/office/officeart/2018/2/layout/IconVerticalSolidList"/>
    <dgm:cxn modelId="{4D2DB2BA-4394-43AE-9ED4-4797C202B0C3}" srcId="{11561F8C-402F-4A5D-92B0-3334BAC40A65}" destId="{F8219347-A878-4DD0-9ECD-0FA5EFC46F11}" srcOrd="0" destOrd="0" parTransId="{7E568E03-D323-47B0-8604-72383F5A38FB}" sibTransId="{71A9A3E8-5040-4006-B2BC-4ECC02A81A67}"/>
    <dgm:cxn modelId="{74AEA4DD-7774-4421-9812-2D57DE3E138F}" type="presOf" srcId="{11561F8C-402F-4A5D-92B0-3334BAC40A65}" destId="{3AA3364A-3163-4B86-8DC3-589E7F58E829}" srcOrd="0" destOrd="0" presId="urn:microsoft.com/office/officeart/2018/2/layout/IconVerticalSolidList"/>
    <dgm:cxn modelId="{E282D2D6-F7F0-4E33-A577-E5705B060F0F}" type="presParOf" srcId="{3AA3364A-3163-4B86-8DC3-589E7F58E829}" destId="{15935E46-A662-4CE4-A66B-AEB6B0F375EF}" srcOrd="0" destOrd="0" presId="urn:microsoft.com/office/officeart/2018/2/layout/IconVerticalSolidList"/>
    <dgm:cxn modelId="{DB5C41BA-01A1-4684-9D8F-ED83B4D08CEB}" type="presParOf" srcId="{15935E46-A662-4CE4-A66B-AEB6B0F375EF}" destId="{0907BAED-D032-4FC8-94F1-427C83D206B5}" srcOrd="0" destOrd="0" presId="urn:microsoft.com/office/officeart/2018/2/layout/IconVerticalSolidList"/>
    <dgm:cxn modelId="{AB239A3B-FB61-4642-8D4E-5A8695DD55F1}" type="presParOf" srcId="{15935E46-A662-4CE4-A66B-AEB6B0F375EF}" destId="{FE2C8660-15BC-4173-AE6B-4380CB8BB660}" srcOrd="1" destOrd="0" presId="urn:microsoft.com/office/officeart/2018/2/layout/IconVerticalSolidList"/>
    <dgm:cxn modelId="{F223D366-ECC1-413A-BD44-86EDEBF6A2E9}" type="presParOf" srcId="{15935E46-A662-4CE4-A66B-AEB6B0F375EF}" destId="{7AFD2416-B982-4958-9512-A0960DE0B961}" srcOrd="2" destOrd="0" presId="urn:microsoft.com/office/officeart/2018/2/layout/IconVerticalSolidList"/>
    <dgm:cxn modelId="{9EC36AA1-0816-4048-9F0E-CB65EDB789F5}" type="presParOf" srcId="{15935E46-A662-4CE4-A66B-AEB6B0F375EF}" destId="{B64A57A9-20B2-4DEE-B773-CCB95598DF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1561F8C-402F-4A5D-92B0-3334BAC40A6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EB6BB7E-CE3A-493F-B282-D233DFD80011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Exploración de datos, visualización y preprocesamiento.</a:t>
          </a:r>
          <a:endParaRPr lang="en-US" dirty="0"/>
        </a:p>
      </dgm:t>
    </dgm:pt>
    <dgm:pt modelId="{6E07A3AE-AFCF-40FE-B2FD-EE4046820053}" type="parTrans" cxnId="{41EBA952-C6A3-455F-8ED1-A5E475327457}">
      <dgm:prSet/>
      <dgm:spPr/>
      <dgm:t>
        <a:bodyPr/>
        <a:lstStyle/>
        <a:p>
          <a:endParaRPr lang="en-US"/>
        </a:p>
      </dgm:t>
    </dgm:pt>
    <dgm:pt modelId="{C63D47A3-D3CE-4364-813F-3DFAB373E215}" type="sibTrans" cxnId="{41EBA952-C6A3-455F-8ED1-A5E475327457}">
      <dgm:prSet/>
      <dgm:spPr/>
      <dgm:t>
        <a:bodyPr/>
        <a:lstStyle/>
        <a:p>
          <a:endParaRPr lang="en-US"/>
        </a:p>
      </dgm:t>
    </dgm:pt>
    <dgm:pt modelId="{3AA3364A-3163-4B86-8DC3-589E7F58E829}" type="pres">
      <dgm:prSet presAssocID="{11561F8C-402F-4A5D-92B0-3334BAC40A65}" presName="root" presStyleCnt="0">
        <dgm:presLayoutVars>
          <dgm:dir/>
          <dgm:resizeHandles val="exact"/>
        </dgm:presLayoutVars>
      </dgm:prSet>
      <dgm:spPr/>
    </dgm:pt>
    <dgm:pt modelId="{FFD7DF64-AA97-4A19-9268-6BD4FD70E0EF}" type="pres">
      <dgm:prSet presAssocID="{0EB6BB7E-CE3A-493F-B282-D233DFD80011}" presName="compNode" presStyleCnt="0"/>
      <dgm:spPr/>
    </dgm:pt>
    <dgm:pt modelId="{0F12CE3B-7759-4236-879E-42C22DE0E990}" type="pres">
      <dgm:prSet presAssocID="{0EB6BB7E-CE3A-493F-B282-D233DFD80011}" presName="bgRect" presStyleLbl="bgShp" presStyleIdx="0" presStyleCnt="1"/>
      <dgm:spPr/>
    </dgm:pt>
    <dgm:pt modelId="{AD0F9F19-2111-4971-A51C-8885DFD15529}" type="pres">
      <dgm:prSet presAssocID="{0EB6BB7E-CE3A-493F-B282-D233DFD80011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smáticos"/>
        </a:ext>
      </dgm:extLst>
    </dgm:pt>
    <dgm:pt modelId="{1A6FE3F3-5662-44B3-8906-072359B26617}" type="pres">
      <dgm:prSet presAssocID="{0EB6BB7E-CE3A-493F-B282-D233DFD80011}" presName="spaceRect" presStyleCnt="0"/>
      <dgm:spPr/>
    </dgm:pt>
    <dgm:pt modelId="{BB3867A7-B9BB-4F93-8538-C15EDF445A70}" type="pres">
      <dgm:prSet presAssocID="{0EB6BB7E-CE3A-493F-B282-D233DFD80011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41EBA952-C6A3-455F-8ED1-A5E475327457}" srcId="{11561F8C-402F-4A5D-92B0-3334BAC40A65}" destId="{0EB6BB7E-CE3A-493F-B282-D233DFD80011}" srcOrd="0" destOrd="0" parTransId="{6E07A3AE-AFCF-40FE-B2FD-EE4046820053}" sibTransId="{C63D47A3-D3CE-4364-813F-3DFAB373E215}"/>
    <dgm:cxn modelId="{74AEA4DD-7774-4421-9812-2D57DE3E138F}" type="presOf" srcId="{11561F8C-402F-4A5D-92B0-3334BAC40A65}" destId="{3AA3364A-3163-4B86-8DC3-589E7F58E829}" srcOrd="0" destOrd="0" presId="urn:microsoft.com/office/officeart/2018/2/layout/IconVerticalSolidList"/>
    <dgm:cxn modelId="{BFA626E4-D505-4713-BCA3-4E257612D7D0}" type="presOf" srcId="{0EB6BB7E-CE3A-493F-B282-D233DFD80011}" destId="{BB3867A7-B9BB-4F93-8538-C15EDF445A70}" srcOrd="0" destOrd="0" presId="urn:microsoft.com/office/officeart/2018/2/layout/IconVerticalSolidList"/>
    <dgm:cxn modelId="{E1C79D1E-A4C3-4ED6-9A92-D69C2B11EC19}" type="presParOf" srcId="{3AA3364A-3163-4B86-8DC3-589E7F58E829}" destId="{FFD7DF64-AA97-4A19-9268-6BD4FD70E0EF}" srcOrd="0" destOrd="0" presId="urn:microsoft.com/office/officeart/2018/2/layout/IconVerticalSolidList"/>
    <dgm:cxn modelId="{F8252609-A8A3-43B5-97E3-9E884183B82C}" type="presParOf" srcId="{FFD7DF64-AA97-4A19-9268-6BD4FD70E0EF}" destId="{0F12CE3B-7759-4236-879E-42C22DE0E990}" srcOrd="0" destOrd="0" presId="urn:microsoft.com/office/officeart/2018/2/layout/IconVerticalSolidList"/>
    <dgm:cxn modelId="{B4D6FEE3-E496-4A01-B0BD-040C9EB3BDAA}" type="presParOf" srcId="{FFD7DF64-AA97-4A19-9268-6BD4FD70E0EF}" destId="{AD0F9F19-2111-4971-A51C-8885DFD15529}" srcOrd="1" destOrd="0" presId="urn:microsoft.com/office/officeart/2018/2/layout/IconVerticalSolidList"/>
    <dgm:cxn modelId="{15DA74D7-5B89-49B3-879A-503E8F218EE7}" type="presParOf" srcId="{FFD7DF64-AA97-4A19-9268-6BD4FD70E0EF}" destId="{1A6FE3F3-5662-44B3-8906-072359B26617}" srcOrd="2" destOrd="0" presId="urn:microsoft.com/office/officeart/2018/2/layout/IconVerticalSolidList"/>
    <dgm:cxn modelId="{75A8DD9B-6896-424D-BC51-4E2B26DF40BA}" type="presParOf" srcId="{FFD7DF64-AA97-4A19-9268-6BD4FD70E0EF}" destId="{BB3867A7-B9BB-4F93-8538-C15EDF445A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1561F8C-402F-4A5D-92B0-3334BAC40A6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60978D7-A95F-4DF2-B85A-CBFB4BB26970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Objetivo: Entrenar una CNN para clasificar caracteres.</a:t>
          </a:r>
          <a:endParaRPr lang="en-US" dirty="0"/>
        </a:p>
      </dgm:t>
    </dgm:pt>
    <dgm:pt modelId="{1F5323EA-6A2D-4C04-BA05-5CDE5568584E}" type="parTrans" cxnId="{FB93B74D-1463-437D-B0EF-044E20769727}">
      <dgm:prSet/>
      <dgm:spPr/>
      <dgm:t>
        <a:bodyPr/>
        <a:lstStyle/>
        <a:p>
          <a:endParaRPr lang="en-US"/>
        </a:p>
      </dgm:t>
    </dgm:pt>
    <dgm:pt modelId="{E3B0992B-03EF-4AFD-A25B-46DE07EA8E64}" type="sibTrans" cxnId="{FB93B74D-1463-437D-B0EF-044E20769727}">
      <dgm:prSet/>
      <dgm:spPr/>
      <dgm:t>
        <a:bodyPr/>
        <a:lstStyle/>
        <a:p>
          <a:endParaRPr lang="en-US"/>
        </a:p>
      </dgm:t>
    </dgm:pt>
    <dgm:pt modelId="{3AA3364A-3163-4B86-8DC3-589E7F58E829}" type="pres">
      <dgm:prSet presAssocID="{11561F8C-402F-4A5D-92B0-3334BAC40A65}" presName="root" presStyleCnt="0">
        <dgm:presLayoutVars>
          <dgm:dir/>
          <dgm:resizeHandles val="exact"/>
        </dgm:presLayoutVars>
      </dgm:prSet>
      <dgm:spPr/>
    </dgm:pt>
    <dgm:pt modelId="{75E223BC-4FDE-4EF9-BA3E-00A9AD79532B}" type="pres">
      <dgm:prSet presAssocID="{060978D7-A95F-4DF2-B85A-CBFB4BB26970}" presName="compNode" presStyleCnt="0"/>
      <dgm:spPr/>
    </dgm:pt>
    <dgm:pt modelId="{168517EE-005D-4C03-A8FD-EB3ACDFE3993}" type="pres">
      <dgm:prSet presAssocID="{060978D7-A95F-4DF2-B85A-CBFB4BB26970}" presName="bgRect" presStyleLbl="bgShp" presStyleIdx="0" presStyleCnt="1"/>
      <dgm:spPr/>
    </dgm:pt>
    <dgm:pt modelId="{54971A33-1EB4-4DA4-8AA7-843330DF697D}" type="pres">
      <dgm:prSet presAssocID="{060978D7-A95F-4DF2-B85A-CBFB4BB26970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146D80ED-5F5E-4812-8C41-A3803A128010}" type="pres">
      <dgm:prSet presAssocID="{060978D7-A95F-4DF2-B85A-CBFB4BB26970}" presName="spaceRect" presStyleCnt="0"/>
      <dgm:spPr/>
    </dgm:pt>
    <dgm:pt modelId="{9F278A9E-34D6-4F22-ABD4-0E8FE8D88E13}" type="pres">
      <dgm:prSet presAssocID="{060978D7-A95F-4DF2-B85A-CBFB4BB26970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FB93B74D-1463-437D-B0EF-044E20769727}" srcId="{11561F8C-402F-4A5D-92B0-3334BAC40A65}" destId="{060978D7-A95F-4DF2-B85A-CBFB4BB26970}" srcOrd="0" destOrd="0" parTransId="{1F5323EA-6A2D-4C04-BA05-5CDE5568584E}" sibTransId="{E3B0992B-03EF-4AFD-A25B-46DE07EA8E64}"/>
    <dgm:cxn modelId="{014AD392-55B0-44CD-90CA-7B2E1AE7482F}" type="presOf" srcId="{060978D7-A95F-4DF2-B85A-CBFB4BB26970}" destId="{9F278A9E-34D6-4F22-ABD4-0E8FE8D88E13}" srcOrd="0" destOrd="0" presId="urn:microsoft.com/office/officeart/2018/2/layout/IconVerticalSolidList"/>
    <dgm:cxn modelId="{74AEA4DD-7774-4421-9812-2D57DE3E138F}" type="presOf" srcId="{11561F8C-402F-4A5D-92B0-3334BAC40A65}" destId="{3AA3364A-3163-4B86-8DC3-589E7F58E829}" srcOrd="0" destOrd="0" presId="urn:microsoft.com/office/officeart/2018/2/layout/IconVerticalSolidList"/>
    <dgm:cxn modelId="{255E583B-6A1E-48E6-844B-79603FEB6176}" type="presParOf" srcId="{3AA3364A-3163-4B86-8DC3-589E7F58E829}" destId="{75E223BC-4FDE-4EF9-BA3E-00A9AD79532B}" srcOrd="0" destOrd="0" presId="urn:microsoft.com/office/officeart/2018/2/layout/IconVerticalSolidList"/>
    <dgm:cxn modelId="{B1088EAD-BBFD-4F1E-8986-AE7FA6FB3AAF}" type="presParOf" srcId="{75E223BC-4FDE-4EF9-BA3E-00A9AD79532B}" destId="{168517EE-005D-4C03-A8FD-EB3ACDFE3993}" srcOrd="0" destOrd="0" presId="urn:microsoft.com/office/officeart/2018/2/layout/IconVerticalSolidList"/>
    <dgm:cxn modelId="{F6B63D7E-BF6F-4A84-A3DE-D327C601FD50}" type="presParOf" srcId="{75E223BC-4FDE-4EF9-BA3E-00A9AD79532B}" destId="{54971A33-1EB4-4DA4-8AA7-843330DF697D}" srcOrd="1" destOrd="0" presId="urn:microsoft.com/office/officeart/2018/2/layout/IconVerticalSolidList"/>
    <dgm:cxn modelId="{A3458994-E3BD-4824-8AEA-D5BAF47A8F74}" type="presParOf" srcId="{75E223BC-4FDE-4EF9-BA3E-00A9AD79532B}" destId="{146D80ED-5F5E-4812-8C41-A3803A128010}" srcOrd="2" destOrd="0" presId="urn:microsoft.com/office/officeart/2018/2/layout/IconVerticalSolidList"/>
    <dgm:cxn modelId="{5C652202-8C18-4D8B-BAB8-B9C41883129B}" type="presParOf" srcId="{75E223BC-4FDE-4EF9-BA3E-00A9AD79532B}" destId="{9F278A9E-34D6-4F22-ABD4-0E8FE8D88E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06216BD-82CD-4018-8A60-B95A0989C7B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1EC13AC-91C2-407D-869D-53832AE20A69}">
      <dgm:prSet/>
      <dgm:spPr/>
      <dgm:t>
        <a:bodyPr/>
        <a:lstStyle/>
        <a:p>
          <a:r>
            <a:rPr lang="es-MX"/>
            <a:t>Código para cargar y explorar el dataset EMNIST.</a:t>
          </a:r>
          <a:endParaRPr lang="en-US"/>
        </a:p>
      </dgm:t>
    </dgm:pt>
    <dgm:pt modelId="{F1B4DB88-ABB0-4C8D-AD99-6B4675E11A3F}" type="parTrans" cxnId="{A420910E-46DD-4BDD-A327-8E2289D0FD93}">
      <dgm:prSet/>
      <dgm:spPr/>
      <dgm:t>
        <a:bodyPr/>
        <a:lstStyle/>
        <a:p>
          <a:endParaRPr lang="en-US"/>
        </a:p>
      </dgm:t>
    </dgm:pt>
    <dgm:pt modelId="{54824BE6-E499-4292-913D-9B53B488AB39}" type="sibTrans" cxnId="{A420910E-46DD-4BDD-A327-8E2289D0FD93}">
      <dgm:prSet/>
      <dgm:spPr/>
      <dgm:t>
        <a:bodyPr/>
        <a:lstStyle/>
        <a:p>
          <a:endParaRPr lang="en-US"/>
        </a:p>
      </dgm:t>
    </dgm:pt>
    <dgm:pt modelId="{EEEEF76D-3BC5-477F-BA1B-B4E21ED521B4}">
      <dgm:prSet/>
      <dgm:spPr/>
      <dgm:t>
        <a:bodyPr/>
        <a:lstStyle/>
        <a:p>
          <a:r>
            <a:rPr lang="es-MX" dirty="0"/>
            <a:t>Utilizamos </a:t>
          </a:r>
          <a:r>
            <a:rPr lang="es-MX" dirty="0" err="1"/>
            <a:t>TensorFlow</a:t>
          </a:r>
          <a:r>
            <a:rPr lang="es-MX" dirty="0"/>
            <a:t> y </a:t>
          </a:r>
          <a:r>
            <a:rPr lang="es-MX" dirty="0" err="1"/>
            <a:t>Keras</a:t>
          </a:r>
          <a:r>
            <a:rPr lang="es-MX" dirty="0"/>
            <a:t> para construir y entrenar la CNN.</a:t>
          </a:r>
          <a:endParaRPr lang="en-US" dirty="0"/>
        </a:p>
      </dgm:t>
    </dgm:pt>
    <dgm:pt modelId="{C3D4AF92-B5CA-4E2E-B882-F4DDF9B66BF0}" type="parTrans" cxnId="{AA51209D-418C-4902-9597-C334D8F66023}">
      <dgm:prSet/>
      <dgm:spPr/>
      <dgm:t>
        <a:bodyPr/>
        <a:lstStyle/>
        <a:p>
          <a:endParaRPr lang="en-US"/>
        </a:p>
      </dgm:t>
    </dgm:pt>
    <dgm:pt modelId="{4B4491BB-75A1-4057-AD4B-2F61F574A1B6}" type="sibTrans" cxnId="{AA51209D-418C-4902-9597-C334D8F66023}">
      <dgm:prSet/>
      <dgm:spPr/>
      <dgm:t>
        <a:bodyPr/>
        <a:lstStyle/>
        <a:p>
          <a:endParaRPr lang="en-US"/>
        </a:p>
      </dgm:t>
    </dgm:pt>
    <dgm:pt modelId="{B6F10620-15C7-402C-A7B0-9C516E47223B}">
      <dgm:prSet/>
      <dgm:spPr/>
      <dgm:t>
        <a:bodyPr/>
        <a:lstStyle/>
        <a:p>
          <a:r>
            <a:rPr lang="es-MX" dirty="0"/>
            <a:t>Modelos probados: </a:t>
          </a:r>
          <a:r>
            <a:rPr lang="es-MX" dirty="0" err="1"/>
            <a:t>kNN</a:t>
          </a:r>
          <a:r>
            <a:rPr lang="es-MX" dirty="0"/>
            <a:t>, MLP, y CNN mejorada.</a:t>
          </a:r>
          <a:endParaRPr lang="en-US" dirty="0"/>
        </a:p>
      </dgm:t>
    </dgm:pt>
    <dgm:pt modelId="{08E3777C-2380-461D-A09B-DD3660ADD307}" type="parTrans" cxnId="{7418D662-BF4F-4D63-B8F3-08A3CECACD16}">
      <dgm:prSet/>
      <dgm:spPr/>
      <dgm:t>
        <a:bodyPr/>
        <a:lstStyle/>
        <a:p>
          <a:endParaRPr lang="en-US"/>
        </a:p>
      </dgm:t>
    </dgm:pt>
    <dgm:pt modelId="{180BC436-C00C-40C1-8B66-878D8A2E9617}" type="sibTrans" cxnId="{7418D662-BF4F-4D63-B8F3-08A3CECACD16}">
      <dgm:prSet/>
      <dgm:spPr/>
      <dgm:t>
        <a:bodyPr/>
        <a:lstStyle/>
        <a:p>
          <a:endParaRPr lang="en-US"/>
        </a:p>
      </dgm:t>
    </dgm:pt>
    <dgm:pt modelId="{B8C5B98C-78F7-42C4-80D8-F429042EDC2F}" type="pres">
      <dgm:prSet presAssocID="{906216BD-82CD-4018-8A60-B95A0989C7B7}" presName="root" presStyleCnt="0">
        <dgm:presLayoutVars>
          <dgm:dir/>
          <dgm:resizeHandles val="exact"/>
        </dgm:presLayoutVars>
      </dgm:prSet>
      <dgm:spPr/>
    </dgm:pt>
    <dgm:pt modelId="{BFC9A094-230E-4B11-A313-D7F4773FC680}" type="pres">
      <dgm:prSet presAssocID="{C1EC13AC-91C2-407D-869D-53832AE20A69}" presName="compNode" presStyleCnt="0"/>
      <dgm:spPr/>
    </dgm:pt>
    <dgm:pt modelId="{77E7A1D8-42C3-4714-B7A3-F2756D20140E}" type="pres">
      <dgm:prSet presAssocID="{C1EC13AC-91C2-407D-869D-53832AE20A69}" presName="bgRect" presStyleLbl="bgShp" presStyleIdx="0" presStyleCnt="3"/>
      <dgm:spPr/>
    </dgm:pt>
    <dgm:pt modelId="{08F31532-DE7D-4DE5-8E48-96312FB0355A}" type="pres">
      <dgm:prSet presAssocID="{C1EC13AC-91C2-407D-869D-53832AE20A6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vestigación"/>
        </a:ext>
      </dgm:extLst>
    </dgm:pt>
    <dgm:pt modelId="{B87E7BA2-2AF2-49A9-A202-9C6A5DD0F9E1}" type="pres">
      <dgm:prSet presAssocID="{C1EC13AC-91C2-407D-869D-53832AE20A69}" presName="spaceRect" presStyleCnt="0"/>
      <dgm:spPr/>
    </dgm:pt>
    <dgm:pt modelId="{0BD93DF5-90F7-4EB3-9F95-AF71AE3D51C5}" type="pres">
      <dgm:prSet presAssocID="{C1EC13AC-91C2-407D-869D-53832AE20A69}" presName="parTx" presStyleLbl="revTx" presStyleIdx="0" presStyleCnt="3">
        <dgm:presLayoutVars>
          <dgm:chMax val="0"/>
          <dgm:chPref val="0"/>
        </dgm:presLayoutVars>
      </dgm:prSet>
      <dgm:spPr/>
    </dgm:pt>
    <dgm:pt modelId="{3F81089F-9133-4300-B942-8BCA63418B29}" type="pres">
      <dgm:prSet presAssocID="{54824BE6-E499-4292-913D-9B53B488AB39}" presName="sibTrans" presStyleCnt="0"/>
      <dgm:spPr/>
    </dgm:pt>
    <dgm:pt modelId="{B744AF13-4D45-421B-B62E-67430A3C9198}" type="pres">
      <dgm:prSet presAssocID="{EEEEF76D-3BC5-477F-BA1B-B4E21ED521B4}" presName="compNode" presStyleCnt="0"/>
      <dgm:spPr/>
    </dgm:pt>
    <dgm:pt modelId="{3E9CEED1-1F93-481F-9C14-FE5EC14DEDD5}" type="pres">
      <dgm:prSet presAssocID="{EEEEF76D-3BC5-477F-BA1B-B4E21ED521B4}" presName="bgRect" presStyleLbl="bgShp" presStyleIdx="1" presStyleCnt="3"/>
      <dgm:spPr/>
    </dgm:pt>
    <dgm:pt modelId="{9603FF4E-7438-4527-8A62-4A919AC43628}" type="pres">
      <dgm:prSet presAssocID="{EEEEF76D-3BC5-477F-BA1B-B4E21ED521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rebro con relleno sólido"/>
        </a:ext>
      </dgm:extLst>
    </dgm:pt>
    <dgm:pt modelId="{1796C269-FEF8-4102-8D93-9FC18C0F0591}" type="pres">
      <dgm:prSet presAssocID="{EEEEF76D-3BC5-477F-BA1B-B4E21ED521B4}" presName="spaceRect" presStyleCnt="0"/>
      <dgm:spPr/>
    </dgm:pt>
    <dgm:pt modelId="{4E6F6F9D-433F-4573-AF19-56220A8E9CC8}" type="pres">
      <dgm:prSet presAssocID="{EEEEF76D-3BC5-477F-BA1B-B4E21ED521B4}" presName="parTx" presStyleLbl="revTx" presStyleIdx="1" presStyleCnt="3">
        <dgm:presLayoutVars>
          <dgm:chMax val="0"/>
          <dgm:chPref val="0"/>
        </dgm:presLayoutVars>
      </dgm:prSet>
      <dgm:spPr/>
    </dgm:pt>
    <dgm:pt modelId="{35F55B4D-A044-4D77-9FF7-592339B8CA4E}" type="pres">
      <dgm:prSet presAssocID="{4B4491BB-75A1-4057-AD4B-2F61F574A1B6}" presName="sibTrans" presStyleCnt="0"/>
      <dgm:spPr/>
    </dgm:pt>
    <dgm:pt modelId="{A26220AD-CEBA-4505-AAE9-A37CFBF99AC6}" type="pres">
      <dgm:prSet presAssocID="{B6F10620-15C7-402C-A7B0-9C516E47223B}" presName="compNode" presStyleCnt="0"/>
      <dgm:spPr/>
    </dgm:pt>
    <dgm:pt modelId="{802A52B0-4070-4F3A-A992-A7CDC1E5F025}" type="pres">
      <dgm:prSet presAssocID="{B6F10620-15C7-402C-A7B0-9C516E47223B}" presName="bgRect" presStyleLbl="bgShp" presStyleIdx="2" presStyleCnt="3"/>
      <dgm:spPr/>
    </dgm:pt>
    <dgm:pt modelId="{AF688AD6-8C0F-4927-8F9E-C4C9DD8100E0}" type="pres">
      <dgm:prSet presAssocID="{B6F10620-15C7-402C-A7B0-9C516E4722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C7EEFFDB-50D6-4939-8D12-9260AA246BBD}" type="pres">
      <dgm:prSet presAssocID="{B6F10620-15C7-402C-A7B0-9C516E47223B}" presName="spaceRect" presStyleCnt="0"/>
      <dgm:spPr/>
    </dgm:pt>
    <dgm:pt modelId="{A13EDA1D-A899-4A10-BA1C-B4675F52A6D9}" type="pres">
      <dgm:prSet presAssocID="{B6F10620-15C7-402C-A7B0-9C516E47223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420910E-46DD-4BDD-A327-8E2289D0FD93}" srcId="{906216BD-82CD-4018-8A60-B95A0989C7B7}" destId="{C1EC13AC-91C2-407D-869D-53832AE20A69}" srcOrd="0" destOrd="0" parTransId="{F1B4DB88-ABB0-4C8D-AD99-6B4675E11A3F}" sibTransId="{54824BE6-E499-4292-913D-9B53B488AB39}"/>
    <dgm:cxn modelId="{7418D662-BF4F-4D63-B8F3-08A3CECACD16}" srcId="{906216BD-82CD-4018-8A60-B95A0989C7B7}" destId="{B6F10620-15C7-402C-A7B0-9C516E47223B}" srcOrd="2" destOrd="0" parTransId="{08E3777C-2380-461D-A09B-DD3660ADD307}" sibTransId="{180BC436-C00C-40C1-8B66-878D8A2E9617}"/>
    <dgm:cxn modelId="{729B788C-BDB9-4F55-8082-7A0281262812}" type="presOf" srcId="{906216BD-82CD-4018-8A60-B95A0989C7B7}" destId="{B8C5B98C-78F7-42C4-80D8-F429042EDC2F}" srcOrd="0" destOrd="0" presId="urn:microsoft.com/office/officeart/2018/2/layout/IconVerticalSolidList"/>
    <dgm:cxn modelId="{AA51209D-418C-4902-9597-C334D8F66023}" srcId="{906216BD-82CD-4018-8A60-B95A0989C7B7}" destId="{EEEEF76D-3BC5-477F-BA1B-B4E21ED521B4}" srcOrd="1" destOrd="0" parTransId="{C3D4AF92-B5CA-4E2E-B882-F4DDF9B66BF0}" sibTransId="{4B4491BB-75A1-4057-AD4B-2F61F574A1B6}"/>
    <dgm:cxn modelId="{1E84339F-BF57-4127-9A5F-1399F947419F}" type="presOf" srcId="{EEEEF76D-3BC5-477F-BA1B-B4E21ED521B4}" destId="{4E6F6F9D-433F-4573-AF19-56220A8E9CC8}" srcOrd="0" destOrd="0" presId="urn:microsoft.com/office/officeart/2018/2/layout/IconVerticalSolidList"/>
    <dgm:cxn modelId="{6DC93BB3-2C6E-4C4E-A83B-1E59E2AC6172}" type="presOf" srcId="{C1EC13AC-91C2-407D-869D-53832AE20A69}" destId="{0BD93DF5-90F7-4EB3-9F95-AF71AE3D51C5}" srcOrd="0" destOrd="0" presId="urn:microsoft.com/office/officeart/2018/2/layout/IconVerticalSolidList"/>
    <dgm:cxn modelId="{27CF31F8-826C-4823-AB4C-5B7591F77A3F}" type="presOf" srcId="{B6F10620-15C7-402C-A7B0-9C516E47223B}" destId="{A13EDA1D-A899-4A10-BA1C-B4675F52A6D9}" srcOrd="0" destOrd="0" presId="urn:microsoft.com/office/officeart/2018/2/layout/IconVerticalSolidList"/>
    <dgm:cxn modelId="{F57CB237-44D0-4590-AE09-674AA70EF344}" type="presParOf" srcId="{B8C5B98C-78F7-42C4-80D8-F429042EDC2F}" destId="{BFC9A094-230E-4B11-A313-D7F4773FC680}" srcOrd="0" destOrd="0" presId="urn:microsoft.com/office/officeart/2018/2/layout/IconVerticalSolidList"/>
    <dgm:cxn modelId="{B9529356-D5D3-4422-98F6-AC42A5C006ED}" type="presParOf" srcId="{BFC9A094-230E-4B11-A313-D7F4773FC680}" destId="{77E7A1D8-42C3-4714-B7A3-F2756D20140E}" srcOrd="0" destOrd="0" presId="urn:microsoft.com/office/officeart/2018/2/layout/IconVerticalSolidList"/>
    <dgm:cxn modelId="{18261348-4042-47C5-A9B2-544A31FF7E98}" type="presParOf" srcId="{BFC9A094-230E-4B11-A313-D7F4773FC680}" destId="{08F31532-DE7D-4DE5-8E48-96312FB0355A}" srcOrd="1" destOrd="0" presId="urn:microsoft.com/office/officeart/2018/2/layout/IconVerticalSolidList"/>
    <dgm:cxn modelId="{B20E2D48-82A7-4061-AC56-34DFDF7D3F41}" type="presParOf" srcId="{BFC9A094-230E-4B11-A313-D7F4773FC680}" destId="{B87E7BA2-2AF2-49A9-A202-9C6A5DD0F9E1}" srcOrd="2" destOrd="0" presId="urn:microsoft.com/office/officeart/2018/2/layout/IconVerticalSolidList"/>
    <dgm:cxn modelId="{8FB812C8-D1F1-43F2-BEE8-66A31A46A6D5}" type="presParOf" srcId="{BFC9A094-230E-4B11-A313-D7F4773FC680}" destId="{0BD93DF5-90F7-4EB3-9F95-AF71AE3D51C5}" srcOrd="3" destOrd="0" presId="urn:microsoft.com/office/officeart/2018/2/layout/IconVerticalSolidList"/>
    <dgm:cxn modelId="{2F7244D1-14B7-4664-B4C5-A9D46D3A274F}" type="presParOf" srcId="{B8C5B98C-78F7-42C4-80D8-F429042EDC2F}" destId="{3F81089F-9133-4300-B942-8BCA63418B29}" srcOrd="1" destOrd="0" presId="urn:microsoft.com/office/officeart/2018/2/layout/IconVerticalSolidList"/>
    <dgm:cxn modelId="{CE82A4FF-FCC2-4B46-9DDC-910B70F610C9}" type="presParOf" srcId="{B8C5B98C-78F7-42C4-80D8-F429042EDC2F}" destId="{B744AF13-4D45-421B-B62E-67430A3C9198}" srcOrd="2" destOrd="0" presId="urn:microsoft.com/office/officeart/2018/2/layout/IconVerticalSolidList"/>
    <dgm:cxn modelId="{91843457-F602-4287-9033-90906EC074F9}" type="presParOf" srcId="{B744AF13-4D45-421B-B62E-67430A3C9198}" destId="{3E9CEED1-1F93-481F-9C14-FE5EC14DEDD5}" srcOrd="0" destOrd="0" presId="urn:microsoft.com/office/officeart/2018/2/layout/IconVerticalSolidList"/>
    <dgm:cxn modelId="{93E4A1DD-B8AD-4D6F-A145-8ED1FD65D272}" type="presParOf" srcId="{B744AF13-4D45-421B-B62E-67430A3C9198}" destId="{9603FF4E-7438-4527-8A62-4A919AC43628}" srcOrd="1" destOrd="0" presId="urn:microsoft.com/office/officeart/2018/2/layout/IconVerticalSolidList"/>
    <dgm:cxn modelId="{8DE50C5D-E575-499F-9D34-AE6A9D264ADA}" type="presParOf" srcId="{B744AF13-4D45-421B-B62E-67430A3C9198}" destId="{1796C269-FEF8-4102-8D93-9FC18C0F0591}" srcOrd="2" destOrd="0" presId="urn:microsoft.com/office/officeart/2018/2/layout/IconVerticalSolidList"/>
    <dgm:cxn modelId="{65D67CBA-511E-4BAF-991B-F610FB618F32}" type="presParOf" srcId="{B744AF13-4D45-421B-B62E-67430A3C9198}" destId="{4E6F6F9D-433F-4573-AF19-56220A8E9CC8}" srcOrd="3" destOrd="0" presId="urn:microsoft.com/office/officeart/2018/2/layout/IconVerticalSolidList"/>
    <dgm:cxn modelId="{F84729C0-60DB-47E8-BBC1-F735ACF9FC86}" type="presParOf" srcId="{B8C5B98C-78F7-42C4-80D8-F429042EDC2F}" destId="{35F55B4D-A044-4D77-9FF7-592339B8CA4E}" srcOrd="3" destOrd="0" presId="urn:microsoft.com/office/officeart/2018/2/layout/IconVerticalSolidList"/>
    <dgm:cxn modelId="{FBB45588-505E-4C53-BF6C-A56FCA7542C1}" type="presParOf" srcId="{B8C5B98C-78F7-42C4-80D8-F429042EDC2F}" destId="{A26220AD-CEBA-4505-AAE9-A37CFBF99AC6}" srcOrd="4" destOrd="0" presId="urn:microsoft.com/office/officeart/2018/2/layout/IconVerticalSolidList"/>
    <dgm:cxn modelId="{0014B0D9-6899-402B-9C71-3CBD28DC3620}" type="presParOf" srcId="{A26220AD-CEBA-4505-AAE9-A37CFBF99AC6}" destId="{802A52B0-4070-4F3A-A992-A7CDC1E5F025}" srcOrd="0" destOrd="0" presId="urn:microsoft.com/office/officeart/2018/2/layout/IconVerticalSolidList"/>
    <dgm:cxn modelId="{4241B433-D251-4E98-98B7-D40ABCCBB36F}" type="presParOf" srcId="{A26220AD-CEBA-4505-AAE9-A37CFBF99AC6}" destId="{AF688AD6-8C0F-4927-8F9E-C4C9DD8100E0}" srcOrd="1" destOrd="0" presId="urn:microsoft.com/office/officeart/2018/2/layout/IconVerticalSolidList"/>
    <dgm:cxn modelId="{AF82EBBB-89D9-4081-947E-12CDFD4FFC32}" type="presParOf" srcId="{A26220AD-CEBA-4505-AAE9-A37CFBF99AC6}" destId="{C7EEFFDB-50D6-4939-8D12-9260AA246BBD}" srcOrd="2" destOrd="0" presId="urn:microsoft.com/office/officeart/2018/2/layout/IconVerticalSolidList"/>
    <dgm:cxn modelId="{636500DD-D09A-4E06-893B-8D90A9A310F9}" type="presParOf" srcId="{A26220AD-CEBA-4505-AAE9-A37CFBF99AC6}" destId="{A13EDA1D-A899-4A10-BA1C-B4675F52A6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18105BA-DA14-4BF9-8BB5-FFEFE437404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5D45F6E-59D9-44E8-AB9C-23320B58E468}">
      <dgm:prSet/>
      <dgm:spPr/>
      <dgm:t>
        <a:bodyPr/>
        <a:lstStyle/>
        <a:p>
          <a:r>
            <a:rPr lang="es-MX"/>
            <a:t>Proyecto 1: El mejor modelo de regresión fue el Random Forest con ajuste de hiperparámetros.</a:t>
          </a:r>
          <a:endParaRPr lang="en-US"/>
        </a:p>
      </dgm:t>
    </dgm:pt>
    <dgm:pt modelId="{A24530B4-6786-41F9-9AA3-E711866AD8C2}" type="parTrans" cxnId="{E7E6A951-F7E5-4D04-92FB-EDCD8290A118}">
      <dgm:prSet/>
      <dgm:spPr/>
      <dgm:t>
        <a:bodyPr/>
        <a:lstStyle/>
        <a:p>
          <a:endParaRPr lang="en-US"/>
        </a:p>
      </dgm:t>
    </dgm:pt>
    <dgm:pt modelId="{EE434A5D-DAD6-4955-9871-C6D840E0E7C0}" type="sibTrans" cxnId="{E7E6A951-F7E5-4D04-92FB-EDCD8290A118}">
      <dgm:prSet/>
      <dgm:spPr/>
      <dgm:t>
        <a:bodyPr/>
        <a:lstStyle/>
        <a:p>
          <a:endParaRPr lang="en-US"/>
        </a:p>
      </dgm:t>
    </dgm:pt>
    <dgm:pt modelId="{1EFE3A7E-CE1C-43EE-8E54-CADAFFFDFB28}">
      <dgm:prSet/>
      <dgm:spPr/>
      <dgm:t>
        <a:bodyPr/>
        <a:lstStyle/>
        <a:p>
          <a:r>
            <a:rPr lang="es-MX"/>
            <a:t>Proyecto 2: El kNN fue el mejor modelo clásico, mientras que la CNN mejorada mostró un buen desempeño.</a:t>
          </a:r>
          <a:endParaRPr lang="en-US"/>
        </a:p>
      </dgm:t>
    </dgm:pt>
    <dgm:pt modelId="{12C6A993-AD1A-4AFE-80DF-21F7EF1476D4}" type="parTrans" cxnId="{51FF1D3C-7602-4964-BE9F-90E9A349226A}">
      <dgm:prSet/>
      <dgm:spPr/>
      <dgm:t>
        <a:bodyPr/>
        <a:lstStyle/>
        <a:p>
          <a:endParaRPr lang="en-US"/>
        </a:p>
      </dgm:t>
    </dgm:pt>
    <dgm:pt modelId="{12F890C2-784C-4E65-9D9A-E0181D65AEEB}" type="sibTrans" cxnId="{51FF1D3C-7602-4964-BE9F-90E9A349226A}">
      <dgm:prSet/>
      <dgm:spPr/>
      <dgm:t>
        <a:bodyPr/>
        <a:lstStyle/>
        <a:p>
          <a:endParaRPr lang="en-US"/>
        </a:p>
      </dgm:t>
    </dgm:pt>
    <dgm:pt modelId="{E9386A28-7656-4B9B-B16D-13918FC60846}">
      <dgm:prSet/>
      <dgm:spPr/>
      <dgm:t>
        <a:bodyPr/>
        <a:lstStyle/>
        <a:p>
          <a:r>
            <a:rPr lang="es-MX"/>
            <a:t>Conclusión: Ambos modelos ofrecen buenos resultados, pero la complejidad del modelo no siempre garantiza una mejor precisión.</a:t>
          </a:r>
          <a:endParaRPr lang="en-US"/>
        </a:p>
      </dgm:t>
    </dgm:pt>
    <dgm:pt modelId="{DA2A78A2-4284-4116-857A-D675781ADB07}" type="parTrans" cxnId="{AC182DCD-2D40-4BDD-A179-3A35385CD787}">
      <dgm:prSet/>
      <dgm:spPr/>
      <dgm:t>
        <a:bodyPr/>
        <a:lstStyle/>
        <a:p>
          <a:endParaRPr lang="en-US"/>
        </a:p>
      </dgm:t>
    </dgm:pt>
    <dgm:pt modelId="{C58C0522-7836-458B-B750-C54700975FF9}" type="sibTrans" cxnId="{AC182DCD-2D40-4BDD-A179-3A35385CD787}">
      <dgm:prSet/>
      <dgm:spPr/>
      <dgm:t>
        <a:bodyPr/>
        <a:lstStyle/>
        <a:p>
          <a:endParaRPr lang="en-US"/>
        </a:p>
      </dgm:t>
    </dgm:pt>
    <dgm:pt modelId="{8B7BD5E5-376B-4F3E-9443-183641F2B9DB}" type="pres">
      <dgm:prSet presAssocID="{818105BA-DA14-4BF9-8BB5-FFEFE4374048}" presName="root" presStyleCnt="0">
        <dgm:presLayoutVars>
          <dgm:dir/>
          <dgm:resizeHandles val="exact"/>
        </dgm:presLayoutVars>
      </dgm:prSet>
      <dgm:spPr/>
    </dgm:pt>
    <dgm:pt modelId="{01E00CE2-4E0F-4E18-BEC7-EAF61FBC496B}" type="pres">
      <dgm:prSet presAssocID="{35D45F6E-59D9-44E8-AB9C-23320B58E468}" presName="compNode" presStyleCnt="0"/>
      <dgm:spPr/>
    </dgm:pt>
    <dgm:pt modelId="{FDD00153-5782-4674-A9AF-013FA5EE7590}" type="pres">
      <dgm:prSet presAssocID="{35D45F6E-59D9-44E8-AB9C-23320B58E468}" presName="bgRect" presStyleLbl="bgShp" presStyleIdx="0" presStyleCnt="3"/>
      <dgm:spPr/>
    </dgm:pt>
    <dgm:pt modelId="{18B65DFB-7D48-4731-A9B7-6079BE175E88}" type="pres">
      <dgm:prSet presAssocID="{35D45F6E-59D9-44E8-AB9C-23320B58E46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C64CB522-2A25-490A-B32C-28CEF4C8A626}" type="pres">
      <dgm:prSet presAssocID="{35D45F6E-59D9-44E8-AB9C-23320B58E468}" presName="spaceRect" presStyleCnt="0"/>
      <dgm:spPr/>
    </dgm:pt>
    <dgm:pt modelId="{F5C68952-1CEA-4F98-91CE-77EC6286F446}" type="pres">
      <dgm:prSet presAssocID="{35D45F6E-59D9-44E8-AB9C-23320B58E468}" presName="parTx" presStyleLbl="revTx" presStyleIdx="0" presStyleCnt="3">
        <dgm:presLayoutVars>
          <dgm:chMax val="0"/>
          <dgm:chPref val="0"/>
        </dgm:presLayoutVars>
      </dgm:prSet>
      <dgm:spPr/>
    </dgm:pt>
    <dgm:pt modelId="{D2DB22CE-DC13-4A68-A127-7AD52A545FC3}" type="pres">
      <dgm:prSet presAssocID="{EE434A5D-DAD6-4955-9871-C6D840E0E7C0}" presName="sibTrans" presStyleCnt="0"/>
      <dgm:spPr/>
    </dgm:pt>
    <dgm:pt modelId="{ABD1E79C-9176-40E4-B755-DC96B83D6F6E}" type="pres">
      <dgm:prSet presAssocID="{1EFE3A7E-CE1C-43EE-8E54-CADAFFFDFB28}" presName="compNode" presStyleCnt="0"/>
      <dgm:spPr/>
    </dgm:pt>
    <dgm:pt modelId="{DD7336EB-BCB7-4A4B-BCCF-D7E886EF7165}" type="pres">
      <dgm:prSet presAssocID="{1EFE3A7E-CE1C-43EE-8E54-CADAFFFDFB28}" presName="bgRect" presStyleLbl="bgShp" presStyleIdx="1" presStyleCnt="3"/>
      <dgm:spPr/>
    </dgm:pt>
    <dgm:pt modelId="{568C9C02-C4AE-4625-BD7A-4AA14D4E51D6}" type="pres">
      <dgm:prSet presAssocID="{1EFE3A7E-CE1C-43EE-8E54-CADAFFFDFB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dispersión con relleno sólido"/>
        </a:ext>
      </dgm:extLst>
    </dgm:pt>
    <dgm:pt modelId="{3C437CEA-9AE2-4EE9-9D49-123DF46783C2}" type="pres">
      <dgm:prSet presAssocID="{1EFE3A7E-CE1C-43EE-8E54-CADAFFFDFB28}" presName="spaceRect" presStyleCnt="0"/>
      <dgm:spPr/>
    </dgm:pt>
    <dgm:pt modelId="{0AEE0B93-0ABD-48CB-82B4-541E50CB4515}" type="pres">
      <dgm:prSet presAssocID="{1EFE3A7E-CE1C-43EE-8E54-CADAFFFDFB28}" presName="parTx" presStyleLbl="revTx" presStyleIdx="1" presStyleCnt="3">
        <dgm:presLayoutVars>
          <dgm:chMax val="0"/>
          <dgm:chPref val="0"/>
        </dgm:presLayoutVars>
      </dgm:prSet>
      <dgm:spPr/>
    </dgm:pt>
    <dgm:pt modelId="{9F0AAE92-764C-4F80-9B7E-97CF66C23ABF}" type="pres">
      <dgm:prSet presAssocID="{12F890C2-784C-4E65-9D9A-E0181D65AEEB}" presName="sibTrans" presStyleCnt="0"/>
      <dgm:spPr/>
    </dgm:pt>
    <dgm:pt modelId="{737AB06A-7278-4048-808C-F0962C563CCC}" type="pres">
      <dgm:prSet presAssocID="{E9386A28-7656-4B9B-B16D-13918FC60846}" presName="compNode" presStyleCnt="0"/>
      <dgm:spPr/>
    </dgm:pt>
    <dgm:pt modelId="{0BA4EFF5-F5F4-4006-8CCA-3C58135418D4}" type="pres">
      <dgm:prSet presAssocID="{E9386A28-7656-4B9B-B16D-13918FC60846}" presName="bgRect" presStyleLbl="bgShp" presStyleIdx="2" presStyleCnt="3"/>
      <dgm:spPr/>
    </dgm:pt>
    <dgm:pt modelId="{89CEF3D6-94E7-461D-B5DC-10A1F12F365C}" type="pres">
      <dgm:prSet presAssocID="{E9386A28-7656-4B9B-B16D-13918FC6084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A002D4C-76B5-40C6-A979-4FF7E4118753}" type="pres">
      <dgm:prSet presAssocID="{E9386A28-7656-4B9B-B16D-13918FC60846}" presName="spaceRect" presStyleCnt="0"/>
      <dgm:spPr/>
    </dgm:pt>
    <dgm:pt modelId="{DE43FB2E-8B87-4058-B5A4-834B178DEC3A}" type="pres">
      <dgm:prSet presAssocID="{E9386A28-7656-4B9B-B16D-13918FC6084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FF1D3C-7602-4964-BE9F-90E9A349226A}" srcId="{818105BA-DA14-4BF9-8BB5-FFEFE4374048}" destId="{1EFE3A7E-CE1C-43EE-8E54-CADAFFFDFB28}" srcOrd="1" destOrd="0" parTransId="{12C6A993-AD1A-4AFE-80DF-21F7EF1476D4}" sibTransId="{12F890C2-784C-4E65-9D9A-E0181D65AEEB}"/>
    <dgm:cxn modelId="{E7E6A951-F7E5-4D04-92FB-EDCD8290A118}" srcId="{818105BA-DA14-4BF9-8BB5-FFEFE4374048}" destId="{35D45F6E-59D9-44E8-AB9C-23320B58E468}" srcOrd="0" destOrd="0" parTransId="{A24530B4-6786-41F9-9AA3-E711866AD8C2}" sibTransId="{EE434A5D-DAD6-4955-9871-C6D840E0E7C0}"/>
    <dgm:cxn modelId="{4D09F7A2-6DA0-45AC-92B1-3712592AF625}" type="presOf" srcId="{1EFE3A7E-CE1C-43EE-8E54-CADAFFFDFB28}" destId="{0AEE0B93-0ABD-48CB-82B4-541E50CB4515}" srcOrd="0" destOrd="0" presId="urn:microsoft.com/office/officeart/2018/2/layout/IconVerticalSolidList"/>
    <dgm:cxn modelId="{957FA2BE-CB31-430D-8DD7-9F39DF2829FF}" type="presOf" srcId="{818105BA-DA14-4BF9-8BB5-FFEFE4374048}" destId="{8B7BD5E5-376B-4F3E-9443-183641F2B9DB}" srcOrd="0" destOrd="0" presId="urn:microsoft.com/office/officeart/2018/2/layout/IconVerticalSolidList"/>
    <dgm:cxn modelId="{AC182DCD-2D40-4BDD-A179-3A35385CD787}" srcId="{818105BA-DA14-4BF9-8BB5-FFEFE4374048}" destId="{E9386A28-7656-4B9B-B16D-13918FC60846}" srcOrd="2" destOrd="0" parTransId="{DA2A78A2-4284-4116-857A-D675781ADB07}" sibTransId="{C58C0522-7836-458B-B750-C54700975FF9}"/>
    <dgm:cxn modelId="{F94102D2-97A2-413F-92A1-709A1FD4AEAF}" type="presOf" srcId="{E9386A28-7656-4B9B-B16D-13918FC60846}" destId="{DE43FB2E-8B87-4058-B5A4-834B178DEC3A}" srcOrd="0" destOrd="0" presId="urn:microsoft.com/office/officeart/2018/2/layout/IconVerticalSolidList"/>
    <dgm:cxn modelId="{384181FE-A4B4-4ACE-988F-120E85EE0A97}" type="presOf" srcId="{35D45F6E-59D9-44E8-AB9C-23320B58E468}" destId="{F5C68952-1CEA-4F98-91CE-77EC6286F446}" srcOrd="0" destOrd="0" presId="urn:microsoft.com/office/officeart/2018/2/layout/IconVerticalSolidList"/>
    <dgm:cxn modelId="{18DD7398-7C79-417E-995A-9F591AC19AF8}" type="presParOf" srcId="{8B7BD5E5-376B-4F3E-9443-183641F2B9DB}" destId="{01E00CE2-4E0F-4E18-BEC7-EAF61FBC496B}" srcOrd="0" destOrd="0" presId="urn:microsoft.com/office/officeart/2018/2/layout/IconVerticalSolidList"/>
    <dgm:cxn modelId="{19E01455-15E6-4F86-9CB6-CE19D45BE522}" type="presParOf" srcId="{01E00CE2-4E0F-4E18-BEC7-EAF61FBC496B}" destId="{FDD00153-5782-4674-A9AF-013FA5EE7590}" srcOrd="0" destOrd="0" presId="urn:microsoft.com/office/officeart/2018/2/layout/IconVerticalSolidList"/>
    <dgm:cxn modelId="{D957D741-1F59-49ED-B3B0-7F345E904844}" type="presParOf" srcId="{01E00CE2-4E0F-4E18-BEC7-EAF61FBC496B}" destId="{18B65DFB-7D48-4731-A9B7-6079BE175E88}" srcOrd="1" destOrd="0" presId="urn:microsoft.com/office/officeart/2018/2/layout/IconVerticalSolidList"/>
    <dgm:cxn modelId="{CB87DF7F-D0A1-4E0D-BEBE-FE6CFF9350FA}" type="presParOf" srcId="{01E00CE2-4E0F-4E18-BEC7-EAF61FBC496B}" destId="{C64CB522-2A25-490A-B32C-28CEF4C8A626}" srcOrd="2" destOrd="0" presId="urn:microsoft.com/office/officeart/2018/2/layout/IconVerticalSolidList"/>
    <dgm:cxn modelId="{3CF74F5D-E0CE-41EF-84D8-865623A14422}" type="presParOf" srcId="{01E00CE2-4E0F-4E18-BEC7-EAF61FBC496B}" destId="{F5C68952-1CEA-4F98-91CE-77EC6286F446}" srcOrd="3" destOrd="0" presId="urn:microsoft.com/office/officeart/2018/2/layout/IconVerticalSolidList"/>
    <dgm:cxn modelId="{BC63E7E4-1071-44E0-84CB-D9B700BB7D92}" type="presParOf" srcId="{8B7BD5E5-376B-4F3E-9443-183641F2B9DB}" destId="{D2DB22CE-DC13-4A68-A127-7AD52A545FC3}" srcOrd="1" destOrd="0" presId="urn:microsoft.com/office/officeart/2018/2/layout/IconVerticalSolidList"/>
    <dgm:cxn modelId="{B3EB2C98-923C-47B0-975D-E93C0A1F282E}" type="presParOf" srcId="{8B7BD5E5-376B-4F3E-9443-183641F2B9DB}" destId="{ABD1E79C-9176-40E4-B755-DC96B83D6F6E}" srcOrd="2" destOrd="0" presId="urn:microsoft.com/office/officeart/2018/2/layout/IconVerticalSolidList"/>
    <dgm:cxn modelId="{F767F148-82E2-4936-8FC7-3CE91A246B40}" type="presParOf" srcId="{ABD1E79C-9176-40E4-B755-DC96B83D6F6E}" destId="{DD7336EB-BCB7-4A4B-BCCF-D7E886EF7165}" srcOrd="0" destOrd="0" presId="urn:microsoft.com/office/officeart/2018/2/layout/IconVerticalSolidList"/>
    <dgm:cxn modelId="{F480FB04-7D31-41D6-9453-23C300446C51}" type="presParOf" srcId="{ABD1E79C-9176-40E4-B755-DC96B83D6F6E}" destId="{568C9C02-C4AE-4625-BD7A-4AA14D4E51D6}" srcOrd="1" destOrd="0" presId="urn:microsoft.com/office/officeart/2018/2/layout/IconVerticalSolidList"/>
    <dgm:cxn modelId="{CCBAA9B2-7D86-49FA-A895-B67BEB8C50A0}" type="presParOf" srcId="{ABD1E79C-9176-40E4-B755-DC96B83D6F6E}" destId="{3C437CEA-9AE2-4EE9-9D49-123DF46783C2}" srcOrd="2" destOrd="0" presId="urn:microsoft.com/office/officeart/2018/2/layout/IconVerticalSolidList"/>
    <dgm:cxn modelId="{27168C2C-CD95-4A3B-9C87-0B20E8E9E4F4}" type="presParOf" srcId="{ABD1E79C-9176-40E4-B755-DC96B83D6F6E}" destId="{0AEE0B93-0ABD-48CB-82B4-541E50CB4515}" srcOrd="3" destOrd="0" presId="urn:microsoft.com/office/officeart/2018/2/layout/IconVerticalSolidList"/>
    <dgm:cxn modelId="{92ACF53F-75BC-4515-822C-C0AEFBD3199A}" type="presParOf" srcId="{8B7BD5E5-376B-4F3E-9443-183641F2B9DB}" destId="{9F0AAE92-764C-4F80-9B7E-97CF66C23ABF}" srcOrd="3" destOrd="0" presId="urn:microsoft.com/office/officeart/2018/2/layout/IconVerticalSolidList"/>
    <dgm:cxn modelId="{493E1955-564E-4B81-A873-C017DC411943}" type="presParOf" srcId="{8B7BD5E5-376B-4F3E-9443-183641F2B9DB}" destId="{737AB06A-7278-4048-808C-F0962C563CCC}" srcOrd="4" destOrd="0" presId="urn:microsoft.com/office/officeart/2018/2/layout/IconVerticalSolidList"/>
    <dgm:cxn modelId="{0D1F3477-0147-405D-8DA6-D82526F4EAA5}" type="presParOf" srcId="{737AB06A-7278-4048-808C-F0962C563CCC}" destId="{0BA4EFF5-F5F4-4006-8CCA-3C58135418D4}" srcOrd="0" destOrd="0" presId="urn:microsoft.com/office/officeart/2018/2/layout/IconVerticalSolidList"/>
    <dgm:cxn modelId="{BCE3E2BF-973A-4538-93D0-FCC3CE2F3F05}" type="presParOf" srcId="{737AB06A-7278-4048-808C-F0962C563CCC}" destId="{89CEF3D6-94E7-461D-B5DC-10A1F12F365C}" srcOrd="1" destOrd="0" presId="urn:microsoft.com/office/officeart/2018/2/layout/IconVerticalSolidList"/>
    <dgm:cxn modelId="{E4CB28C7-0C86-4FF7-AAEB-E33B1963208E}" type="presParOf" srcId="{737AB06A-7278-4048-808C-F0962C563CCC}" destId="{BA002D4C-76B5-40C6-A979-4FF7E4118753}" srcOrd="2" destOrd="0" presId="urn:microsoft.com/office/officeart/2018/2/layout/IconVerticalSolidList"/>
    <dgm:cxn modelId="{F62A3211-106D-4D2B-A7A3-C806799F9177}" type="presParOf" srcId="{737AB06A-7278-4048-808C-F0962C563CCC}" destId="{DE43FB2E-8B87-4058-B5A4-834B178DEC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C3A60E-6FA6-4793-A56F-8712AE0CAF3C}">
      <dsp:nvSpPr>
        <dsp:cNvPr id="0" name=""/>
        <dsp:cNvSpPr/>
      </dsp:nvSpPr>
      <dsp:spPr>
        <a:xfrm>
          <a:off x="0" y="492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23634-1C8F-454A-B4D2-660BC775CCB5}">
      <dsp:nvSpPr>
        <dsp:cNvPr id="0" name=""/>
        <dsp:cNvSpPr/>
      </dsp:nvSpPr>
      <dsp:spPr>
        <a:xfrm>
          <a:off x="348786" y="259920"/>
          <a:ext cx="634157" cy="6341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8593A-B2EB-4FEC-ABDC-D1BCCB39BF38}">
      <dsp:nvSpPr>
        <dsp:cNvPr id="0" name=""/>
        <dsp:cNvSpPr/>
      </dsp:nvSpPr>
      <dsp:spPr>
        <a:xfrm>
          <a:off x="1331731" y="492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 err="1"/>
            <a:t>Dataset</a:t>
          </a:r>
          <a:r>
            <a:rPr lang="es-MX" sz="2500" kern="1200" dirty="0"/>
            <a:t>: Vuelos hacia Tokio desde Guadalajara.</a:t>
          </a:r>
          <a:endParaRPr lang="en-US" sz="2500" kern="1200" dirty="0"/>
        </a:p>
      </dsp:txBody>
      <dsp:txXfrm>
        <a:off x="1331731" y="492"/>
        <a:ext cx="9641068" cy="1153013"/>
      </dsp:txXfrm>
    </dsp:sp>
    <dsp:sp modelId="{0E64C7D7-D05D-4564-87B0-EC09E1DA8C53}">
      <dsp:nvSpPr>
        <dsp:cNvPr id="0" name=""/>
        <dsp:cNvSpPr/>
      </dsp:nvSpPr>
      <dsp:spPr>
        <a:xfrm>
          <a:off x="0" y="1441760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47D60-D167-44BE-A91C-8AF3278177BF}">
      <dsp:nvSpPr>
        <dsp:cNvPr id="0" name=""/>
        <dsp:cNvSpPr/>
      </dsp:nvSpPr>
      <dsp:spPr>
        <a:xfrm>
          <a:off x="348786" y="1701188"/>
          <a:ext cx="634157" cy="634157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17D89-1E47-4E72-B8B0-656E5B772404}">
      <dsp:nvSpPr>
        <dsp:cNvPr id="0" name=""/>
        <dsp:cNvSpPr/>
      </dsp:nvSpPr>
      <dsp:spPr>
        <a:xfrm>
          <a:off x="1331731" y="1441760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Exploración de datos, limpieza, análisis de nulos y </a:t>
          </a:r>
          <a:r>
            <a:rPr lang="es-MX" sz="2500" kern="1200" dirty="0" err="1"/>
            <a:t>outliers</a:t>
          </a:r>
          <a:r>
            <a:rPr lang="es-MX" sz="2500" kern="1200" dirty="0"/>
            <a:t>, y construcción de modelos.</a:t>
          </a:r>
          <a:endParaRPr lang="en-US" sz="2500" kern="1200" dirty="0"/>
        </a:p>
      </dsp:txBody>
      <dsp:txXfrm>
        <a:off x="1331731" y="1441760"/>
        <a:ext cx="9641068" cy="1153013"/>
      </dsp:txXfrm>
    </dsp:sp>
    <dsp:sp modelId="{4FBA1F81-1D47-4787-9C74-1C1B81FC4CD8}">
      <dsp:nvSpPr>
        <dsp:cNvPr id="0" name=""/>
        <dsp:cNvSpPr/>
      </dsp:nvSpPr>
      <dsp:spPr>
        <a:xfrm>
          <a:off x="0" y="2868453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81912-B3D2-4AAA-9531-D2A7C86D007D}">
      <dsp:nvSpPr>
        <dsp:cNvPr id="0" name=""/>
        <dsp:cNvSpPr/>
      </dsp:nvSpPr>
      <dsp:spPr>
        <a:xfrm>
          <a:off x="348786" y="3142455"/>
          <a:ext cx="634157" cy="6341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3FF00-6987-4910-8BA5-FC59682C81C0}">
      <dsp:nvSpPr>
        <dsp:cNvPr id="0" name=""/>
        <dsp:cNvSpPr/>
      </dsp:nvSpPr>
      <dsp:spPr>
        <a:xfrm>
          <a:off x="1331731" y="2883027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Objetivo: Construir un modelo de regresión para predecir el precio del vuelo.</a:t>
          </a:r>
          <a:endParaRPr lang="en-US" sz="2500" kern="1200" dirty="0"/>
        </a:p>
      </dsp:txBody>
      <dsp:txXfrm>
        <a:off x="1331731" y="2883027"/>
        <a:ext cx="9641068" cy="11530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C3A60E-6FA6-4793-A56F-8712AE0CAF3C}">
      <dsp:nvSpPr>
        <dsp:cNvPr id="0" name=""/>
        <dsp:cNvSpPr/>
      </dsp:nvSpPr>
      <dsp:spPr>
        <a:xfrm>
          <a:off x="0" y="1412786"/>
          <a:ext cx="10972800" cy="12109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23634-1C8F-454A-B4D2-660BC775CCB5}">
      <dsp:nvSpPr>
        <dsp:cNvPr id="0" name=""/>
        <dsp:cNvSpPr/>
      </dsp:nvSpPr>
      <dsp:spPr>
        <a:xfrm>
          <a:off x="366315" y="1685252"/>
          <a:ext cx="666028" cy="6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8593A-B2EB-4FEC-ABDC-D1BCCB39BF38}">
      <dsp:nvSpPr>
        <dsp:cNvPr id="0" name=""/>
        <dsp:cNvSpPr/>
      </dsp:nvSpPr>
      <dsp:spPr>
        <a:xfrm>
          <a:off x="1398659" y="1412786"/>
          <a:ext cx="9574140" cy="121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160" tIns="128160" rIns="128160" bIns="12816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 err="1"/>
            <a:t>Dataset</a:t>
          </a:r>
          <a:r>
            <a:rPr lang="es-MX" sz="2500" kern="1200" dirty="0"/>
            <a:t>: Vuelos hacia Tokio desde Guadalajara.</a:t>
          </a:r>
          <a:endParaRPr lang="en-US" sz="2500" kern="1200" dirty="0"/>
        </a:p>
      </dsp:txBody>
      <dsp:txXfrm>
        <a:off x="1398659" y="1412786"/>
        <a:ext cx="9574140" cy="12109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A1F81-1D47-4787-9C74-1C1B81FC4CD8}">
      <dsp:nvSpPr>
        <dsp:cNvPr id="0" name=""/>
        <dsp:cNvSpPr/>
      </dsp:nvSpPr>
      <dsp:spPr>
        <a:xfrm>
          <a:off x="0" y="1412786"/>
          <a:ext cx="10972800" cy="12109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81912-B3D2-4AAA-9531-D2A7C86D007D}">
      <dsp:nvSpPr>
        <dsp:cNvPr id="0" name=""/>
        <dsp:cNvSpPr/>
      </dsp:nvSpPr>
      <dsp:spPr>
        <a:xfrm>
          <a:off x="366315" y="1685252"/>
          <a:ext cx="666028" cy="6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3FF00-6987-4910-8BA5-FC59682C81C0}">
      <dsp:nvSpPr>
        <dsp:cNvPr id="0" name=""/>
        <dsp:cNvSpPr/>
      </dsp:nvSpPr>
      <dsp:spPr>
        <a:xfrm>
          <a:off x="1398659" y="1412786"/>
          <a:ext cx="9574140" cy="121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160" tIns="128160" rIns="128160" bIns="12816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Exploración de datos, limpieza, análisis de nulos y outliers, y construcción de modelos.</a:t>
          </a:r>
          <a:endParaRPr lang="en-US" sz="2500" kern="1200"/>
        </a:p>
      </dsp:txBody>
      <dsp:txXfrm>
        <a:off x="1398659" y="1412786"/>
        <a:ext cx="9574140" cy="12109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C7D7-D05D-4564-87B0-EC09E1DA8C53}">
      <dsp:nvSpPr>
        <dsp:cNvPr id="0" name=""/>
        <dsp:cNvSpPr/>
      </dsp:nvSpPr>
      <dsp:spPr>
        <a:xfrm>
          <a:off x="0" y="1412786"/>
          <a:ext cx="10972800" cy="12109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47D60-D167-44BE-A91C-8AF3278177BF}">
      <dsp:nvSpPr>
        <dsp:cNvPr id="0" name=""/>
        <dsp:cNvSpPr/>
      </dsp:nvSpPr>
      <dsp:spPr>
        <a:xfrm>
          <a:off x="366315" y="1685252"/>
          <a:ext cx="666028" cy="6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17D89-1E47-4E72-B8B0-656E5B772404}">
      <dsp:nvSpPr>
        <dsp:cNvPr id="0" name=""/>
        <dsp:cNvSpPr/>
      </dsp:nvSpPr>
      <dsp:spPr>
        <a:xfrm>
          <a:off x="1398659" y="1412786"/>
          <a:ext cx="9574140" cy="121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160" tIns="128160" rIns="128160" bIns="12816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Objetivo: Construir un modelo de regresión para predecir el precio del vuelo.</a:t>
          </a:r>
          <a:endParaRPr lang="en-US" sz="2500" kern="1200"/>
        </a:p>
      </dsp:txBody>
      <dsp:txXfrm>
        <a:off x="1398659" y="1412786"/>
        <a:ext cx="9574140" cy="12109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599116-5BCB-4BCB-B2C2-635715AE9FC9}">
      <dsp:nvSpPr>
        <dsp:cNvPr id="0" name=""/>
        <dsp:cNvSpPr/>
      </dsp:nvSpPr>
      <dsp:spPr>
        <a:xfrm>
          <a:off x="0" y="655936"/>
          <a:ext cx="10972800" cy="12109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44BDCE-AED2-4AE0-9838-120C56C21028}">
      <dsp:nvSpPr>
        <dsp:cNvPr id="0" name=""/>
        <dsp:cNvSpPr/>
      </dsp:nvSpPr>
      <dsp:spPr>
        <a:xfrm>
          <a:off x="366315" y="928402"/>
          <a:ext cx="666028" cy="6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318D4-A30B-43C2-B533-27A11AC8784C}">
      <dsp:nvSpPr>
        <dsp:cNvPr id="0" name=""/>
        <dsp:cNvSpPr/>
      </dsp:nvSpPr>
      <dsp:spPr>
        <a:xfrm>
          <a:off x="1398659" y="655936"/>
          <a:ext cx="9574140" cy="121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160" tIns="128160" rIns="128160" bIns="1281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Código para carga de datos, análisis y preprocesamiento.</a:t>
          </a:r>
          <a:endParaRPr lang="en-US" sz="2500" kern="1200" dirty="0"/>
        </a:p>
      </dsp:txBody>
      <dsp:txXfrm>
        <a:off x="1398659" y="655936"/>
        <a:ext cx="9574140" cy="1210960"/>
      </dsp:txXfrm>
    </dsp:sp>
    <dsp:sp modelId="{EF8DFC6C-3904-4789-BD7F-90266E525E45}">
      <dsp:nvSpPr>
        <dsp:cNvPr id="0" name=""/>
        <dsp:cNvSpPr/>
      </dsp:nvSpPr>
      <dsp:spPr>
        <a:xfrm>
          <a:off x="0" y="2169637"/>
          <a:ext cx="10972800" cy="12109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A3DED-5C9F-4AD3-8188-4749641DCC02}">
      <dsp:nvSpPr>
        <dsp:cNvPr id="0" name=""/>
        <dsp:cNvSpPr/>
      </dsp:nvSpPr>
      <dsp:spPr>
        <a:xfrm>
          <a:off x="366315" y="2442103"/>
          <a:ext cx="666028" cy="6660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6F4F7E-D984-4388-9141-D81EB4CE1D2C}">
      <dsp:nvSpPr>
        <dsp:cNvPr id="0" name=""/>
        <dsp:cNvSpPr/>
      </dsp:nvSpPr>
      <dsp:spPr>
        <a:xfrm>
          <a:off x="1398659" y="2169637"/>
          <a:ext cx="9574140" cy="121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160" tIns="128160" rIns="128160" bIns="1281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Utilizamos bibliotecas como Pandas, </a:t>
          </a:r>
          <a:r>
            <a:rPr lang="es-MX" sz="2500" kern="1200" dirty="0" err="1"/>
            <a:t>Scikit-Learn</a:t>
          </a:r>
          <a:r>
            <a:rPr lang="es-MX" sz="2500" kern="1200" dirty="0"/>
            <a:t> y </a:t>
          </a:r>
          <a:r>
            <a:rPr lang="es-MX" sz="2500" kern="1200" dirty="0" err="1"/>
            <a:t>Matplotlib</a:t>
          </a:r>
          <a:r>
            <a:rPr lang="es-MX" sz="2500" kern="1200" dirty="0"/>
            <a:t>.</a:t>
          </a:r>
          <a:endParaRPr lang="en-US" sz="2500" kern="1200" dirty="0"/>
        </a:p>
      </dsp:txBody>
      <dsp:txXfrm>
        <a:off x="1398659" y="2169637"/>
        <a:ext cx="9574140" cy="12109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7BAED-D032-4FC8-94F1-427C83D206B5}">
      <dsp:nvSpPr>
        <dsp:cNvPr id="0" name=""/>
        <dsp:cNvSpPr/>
      </dsp:nvSpPr>
      <dsp:spPr>
        <a:xfrm>
          <a:off x="0" y="492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2C8660-15BC-4173-AE6B-4380CB8BB660}">
      <dsp:nvSpPr>
        <dsp:cNvPr id="0" name=""/>
        <dsp:cNvSpPr/>
      </dsp:nvSpPr>
      <dsp:spPr>
        <a:xfrm>
          <a:off x="348786" y="259920"/>
          <a:ext cx="634157" cy="6341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A57A9-20B2-4DEE-B773-CCB95598DF99}">
      <dsp:nvSpPr>
        <dsp:cNvPr id="0" name=""/>
        <dsp:cNvSpPr/>
      </dsp:nvSpPr>
      <dsp:spPr>
        <a:xfrm>
          <a:off x="1331731" y="492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Dataset: EMNIST (balanced), imágenes 28x28 en escala de grises.</a:t>
          </a:r>
          <a:endParaRPr lang="en-US" sz="2500" kern="1200"/>
        </a:p>
      </dsp:txBody>
      <dsp:txXfrm>
        <a:off x="1331731" y="492"/>
        <a:ext cx="9641068" cy="1153013"/>
      </dsp:txXfrm>
    </dsp:sp>
    <dsp:sp modelId="{168517EE-005D-4C03-A8FD-EB3ACDFE3993}">
      <dsp:nvSpPr>
        <dsp:cNvPr id="0" name=""/>
        <dsp:cNvSpPr/>
      </dsp:nvSpPr>
      <dsp:spPr>
        <a:xfrm>
          <a:off x="0" y="1441760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71A33-1EB4-4DA4-8AA7-843330DF697D}">
      <dsp:nvSpPr>
        <dsp:cNvPr id="0" name=""/>
        <dsp:cNvSpPr/>
      </dsp:nvSpPr>
      <dsp:spPr>
        <a:xfrm>
          <a:off x="348786" y="1701188"/>
          <a:ext cx="634157" cy="6341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78A9E-34D6-4F22-ABD4-0E8FE8D88E13}">
      <dsp:nvSpPr>
        <dsp:cNvPr id="0" name=""/>
        <dsp:cNvSpPr/>
      </dsp:nvSpPr>
      <dsp:spPr>
        <a:xfrm>
          <a:off x="1331731" y="1441760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Objetivo: Entrenar una CNN para clasificar caracteres.</a:t>
          </a:r>
          <a:endParaRPr lang="en-US" sz="2500" kern="1200"/>
        </a:p>
      </dsp:txBody>
      <dsp:txXfrm>
        <a:off x="1331731" y="1441760"/>
        <a:ext cx="9641068" cy="1153013"/>
      </dsp:txXfrm>
    </dsp:sp>
    <dsp:sp modelId="{0F12CE3B-7759-4236-879E-42C22DE0E990}">
      <dsp:nvSpPr>
        <dsp:cNvPr id="0" name=""/>
        <dsp:cNvSpPr/>
      </dsp:nvSpPr>
      <dsp:spPr>
        <a:xfrm>
          <a:off x="0" y="2883027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F9F19-2111-4971-A51C-8885DFD15529}">
      <dsp:nvSpPr>
        <dsp:cNvPr id="0" name=""/>
        <dsp:cNvSpPr/>
      </dsp:nvSpPr>
      <dsp:spPr>
        <a:xfrm>
          <a:off x="348786" y="3142455"/>
          <a:ext cx="634157" cy="6341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867A7-B9BB-4F93-8538-C15EDF445A70}">
      <dsp:nvSpPr>
        <dsp:cNvPr id="0" name=""/>
        <dsp:cNvSpPr/>
      </dsp:nvSpPr>
      <dsp:spPr>
        <a:xfrm>
          <a:off x="1331731" y="2883027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Exploración de datos, visualización y preprocesamiento.</a:t>
          </a:r>
          <a:endParaRPr lang="en-US" sz="2500" kern="1200"/>
        </a:p>
      </dsp:txBody>
      <dsp:txXfrm>
        <a:off x="1331731" y="2883027"/>
        <a:ext cx="9641068" cy="11530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7BAED-D032-4FC8-94F1-427C83D206B5}">
      <dsp:nvSpPr>
        <dsp:cNvPr id="0" name=""/>
        <dsp:cNvSpPr/>
      </dsp:nvSpPr>
      <dsp:spPr>
        <a:xfrm>
          <a:off x="0" y="1412786"/>
          <a:ext cx="10972800" cy="12109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2C8660-15BC-4173-AE6B-4380CB8BB660}">
      <dsp:nvSpPr>
        <dsp:cNvPr id="0" name=""/>
        <dsp:cNvSpPr/>
      </dsp:nvSpPr>
      <dsp:spPr>
        <a:xfrm>
          <a:off x="366315" y="1685252"/>
          <a:ext cx="666028" cy="6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A57A9-20B2-4DEE-B773-CCB95598DF99}">
      <dsp:nvSpPr>
        <dsp:cNvPr id="0" name=""/>
        <dsp:cNvSpPr/>
      </dsp:nvSpPr>
      <dsp:spPr>
        <a:xfrm>
          <a:off x="1398659" y="1412786"/>
          <a:ext cx="9574140" cy="121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160" tIns="128160" rIns="128160" bIns="12816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 err="1"/>
            <a:t>Dataset</a:t>
          </a:r>
          <a:r>
            <a:rPr lang="es-MX" sz="2500" kern="1200" dirty="0"/>
            <a:t>: EMNIST (</a:t>
          </a:r>
          <a:r>
            <a:rPr lang="es-MX" sz="2500" kern="1200" dirty="0" err="1"/>
            <a:t>balanced</a:t>
          </a:r>
          <a:r>
            <a:rPr lang="es-MX" sz="2500" kern="1200" dirty="0"/>
            <a:t>), imágenes 28x28 en escala de grises.</a:t>
          </a:r>
          <a:endParaRPr lang="en-US" sz="2500" kern="1200" dirty="0"/>
        </a:p>
      </dsp:txBody>
      <dsp:txXfrm>
        <a:off x="1398659" y="1412786"/>
        <a:ext cx="9574140" cy="12109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2CE3B-7759-4236-879E-42C22DE0E990}">
      <dsp:nvSpPr>
        <dsp:cNvPr id="0" name=""/>
        <dsp:cNvSpPr/>
      </dsp:nvSpPr>
      <dsp:spPr>
        <a:xfrm>
          <a:off x="0" y="1412786"/>
          <a:ext cx="10972800" cy="12109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F9F19-2111-4971-A51C-8885DFD15529}">
      <dsp:nvSpPr>
        <dsp:cNvPr id="0" name=""/>
        <dsp:cNvSpPr/>
      </dsp:nvSpPr>
      <dsp:spPr>
        <a:xfrm>
          <a:off x="366315" y="1685252"/>
          <a:ext cx="666028" cy="6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867A7-B9BB-4F93-8538-C15EDF445A70}">
      <dsp:nvSpPr>
        <dsp:cNvPr id="0" name=""/>
        <dsp:cNvSpPr/>
      </dsp:nvSpPr>
      <dsp:spPr>
        <a:xfrm>
          <a:off x="1398659" y="1412786"/>
          <a:ext cx="9574140" cy="121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160" tIns="128160" rIns="128160" bIns="12816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Exploración de datos, visualización y preprocesamiento.</a:t>
          </a:r>
          <a:endParaRPr lang="en-US" sz="2500" kern="1200" dirty="0"/>
        </a:p>
      </dsp:txBody>
      <dsp:txXfrm>
        <a:off x="1398659" y="1412786"/>
        <a:ext cx="9574140" cy="12109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517EE-005D-4C03-A8FD-EB3ACDFE3993}">
      <dsp:nvSpPr>
        <dsp:cNvPr id="0" name=""/>
        <dsp:cNvSpPr/>
      </dsp:nvSpPr>
      <dsp:spPr>
        <a:xfrm>
          <a:off x="0" y="1412786"/>
          <a:ext cx="10972800" cy="12109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71A33-1EB4-4DA4-8AA7-843330DF697D}">
      <dsp:nvSpPr>
        <dsp:cNvPr id="0" name=""/>
        <dsp:cNvSpPr/>
      </dsp:nvSpPr>
      <dsp:spPr>
        <a:xfrm>
          <a:off x="366315" y="1685252"/>
          <a:ext cx="666028" cy="6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78A9E-34D6-4F22-ABD4-0E8FE8D88E13}">
      <dsp:nvSpPr>
        <dsp:cNvPr id="0" name=""/>
        <dsp:cNvSpPr/>
      </dsp:nvSpPr>
      <dsp:spPr>
        <a:xfrm>
          <a:off x="1398659" y="1412786"/>
          <a:ext cx="9574140" cy="121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160" tIns="128160" rIns="128160" bIns="12816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Objetivo: Entrenar una CNN para clasificar caracteres.</a:t>
          </a:r>
          <a:endParaRPr lang="en-US" sz="2500" kern="1200" dirty="0"/>
        </a:p>
      </dsp:txBody>
      <dsp:txXfrm>
        <a:off x="1398659" y="1412786"/>
        <a:ext cx="9574140" cy="12109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7A1D8-42C3-4714-B7A3-F2756D20140E}">
      <dsp:nvSpPr>
        <dsp:cNvPr id="0" name=""/>
        <dsp:cNvSpPr/>
      </dsp:nvSpPr>
      <dsp:spPr>
        <a:xfrm>
          <a:off x="0" y="492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F31532-DE7D-4DE5-8E48-96312FB0355A}">
      <dsp:nvSpPr>
        <dsp:cNvPr id="0" name=""/>
        <dsp:cNvSpPr/>
      </dsp:nvSpPr>
      <dsp:spPr>
        <a:xfrm>
          <a:off x="348786" y="259920"/>
          <a:ext cx="634157" cy="6341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D93DF5-90F7-4EB3-9F95-AF71AE3D51C5}">
      <dsp:nvSpPr>
        <dsp:cNvPr id="0" name=""/>
        <dsp:cNvSpPr/>
      </dsp:nvSpPr>
      <dsp:spPr>
        <a:xfrm>
          <a:off x="1331731" y="492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Código para cargar y explorar el dataset EMNIST.</a:t>
          </a:r>
          <a:endParaRPr lang="en-US" sz="2500" kern="1200"/>
        </a:p>
      </dsp:txBody>
      <dsp:txXfrm>
        <a:off x="1331731" y="492"/>
        <a:ext cx="9641068" cy="1153013"/>
      </dsp:txXfrm>
    </dsp:sp>
    <dsp:sp modelId="{3E9CEED1-1F93-481F-9C14-FE5EC14DEDD5}">
      <dsp:nvSpPr>
        <dsp:cNvPr id="0" name=""/>
        <dsp:cNvSpPr/>
      </dsp:nvSpPr>
      <dsp:spPr>
        <a:xfrm>
          <a:off x="0" y="1441760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03FF4E-7438-4527-8A62-4A919AC43628}">
      <dsp:nvSpPr>
        <dsp:cNvPr id="0" name=""/>
        <dsp:cNvSpPr/>
      </dsp:nvSpPr>
      <dsp:spPr>
        <a:xfrm>
          <a:off x="348786" y="1701188"/>
          <a:ext cx="634157" cy="6341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F6F9D-433F-4573-AF19-56220A8E9CC8}">
      <dsp:nvSpPr>
        <dsp:cNvPr id="0" name=""/>
        <dsp:cNvSpPr/>
      </dsp:nvSpPr>
      <dsp:spPr>
        <a:xfrm>
          <a:off x="1331731" y="1441760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Utilizamos </a:t>
          </a:r>
          <a:r>
            <a:rPr lang="es-MX" sz="2500" kern="1200" dirty="0" err="1"/>
            <a:t>TensorFlow</a:t>
          </a:r>
          <a:r>
            <a:rPr lang="es-MX" sz="2500" kern="1200" dirty="0"/>
            <a:t> y </a:t>
          </a:r>
          <a:r>
            <a:rPr lang="es-MX" sz="2500" kern="1200" dirty="0" err="1"/>
            <a:t>Keras</a:t>
          </a:r>
          <a:r>
            <a:rPr lang="es-MX" sz="2500" kern="1200" dirty="0"/>
            <a:t> para construir y entrenar la CNN.</a:t>
          </a:r>
          <a:endParaRPr lang="en-US" sz="2500" kern="1200" dirty="0"/>
        </a:p>
      </dsp:txBody>
      <dsp:txXfrm>
        <a:off x="1331731" y="1441760"/>
        <a:ext cx="9641068" cy="1153013"/>
      </dsp:txXfrm>
    </dsp:sp>
    <dsp:sp modelId="{802A52B0-4070-4F3A-A992-A7CDC1E5F025}">
      <dsp:nvSpPr>
        <dsp:cNvPr id="0" name=""/>
        <dsp:cNvSpPr/>
      </dsp:nvSpPr>
      <dsp:spPr>
        <a:xfrm>
          <a:off x="0" y="2883027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88AD6-8C0F-4927-8F9E-C4C9DD8100E0}">
      <dsp:nvSpPr>
        <dsp:cNvPr id="0" name=""/>
        <dsp:cNvSpPr/>
      </dsp:nvSpPr>
      <dsp:spPr>
        <a:xfrm>
          <a:off x="348786" y="3142455"/>
          <a:ext cx="634157" cy="6341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EDA1D-A899-4A10-BA1C-B4675F52A6D9}">
      <dsp:nvSpPr>
        <dsp:cNvPr id="0" name=""/>
        <dsp:cNvSpPr/>
      </dsp:nvSpPr>
      <dsp:spPr>
        <a:xfrm>
          <a:off x="1331731" y="2883027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Modelos probados: </a:t>
          </a:r>
          <a:r>
            <a:rPr lang="es-MX" sz="2500" kern="1200" dirty="0" err="1"/>
            <a:t>kNN</a:t>
          </a:r>
          <a:r>
            <a:rPr lang="es-MX" sz="2500" kern="1200" dirty="0"/>
            <a:t>, MLP, y CNN mejorada.</a:t>
          </a:r>
          <a:endParaRPr lang="en-US" sz="2500" kern="1200" dirty="0"/>
        </a:p>
      </dsp:txBody>
      <dsp:txXfrm>
        <a:off x="1331731" y="2883027"/>
        <a:ext cx="9641068" cy="115301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00153-5782-4674-A9AF-013FA5EE7590}">
      <dsp:nvSpPr>
        <dsp:cNvPr id="0" name=""/>
        <dsp:cNvSpPr/>
      </dsp:nvSpPr>
      <dsp:spPr>
        <a:xfrm>
          <a:off x="0" y="492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65DFB-7D48-4731-A9B7-6079BE175E88}">
      <dsp:nvSpPr>
        <dsp:cNvPr id="0" name=""/>
        <dsp:cNvSpPr/>
      </dsp:nvSpPr>
      <dsp:spPr>
        <a:xfrm>
          <a:off x="348786" y="259920"/>
          <a:ext cx="634157" cy="6341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68952-1CEA-4F98-91CE-77EC6286F446}">
      <dsp:nvSpPr>
        <dsp:cNvPr id="0" name=""/>
        <dsp:cNvSpPr/>
      </dsp:nvSpPr>
      <dsp:spPr>
        <a:xfrm>
          <a:off x="1331731" y="492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/>
            <a:t>Proyecto 1: El mejor modelo de regresión fue el Random Forest con ajuste de hiperparámetros.</a:t>
          </a:r>
          <a:endParaRPr lang="en-US" sz="2300" kern="1200"/>
        </a:p>
      </dsp:txBody>
      <dsp:txXfrm>
        <a:off x="1331731" y="492"/>
        <a:ext cx="9641068" cy="1153013"/>
      </dsp:txXfrm>
    </dsp:sp>
    <dsp:sp modelId="{DD7336EB-BCB7-4A4B-BCCF-D7E886EF7165}">
      <dsp:nvSpPr>
        <dsp:cNvPr id="0" name=""/>
        <dsp:cNvSpPr/>
      </dsp:nvSpPr>
      <dsp:spPr>
        <a:xfrm>
          <a:off x="0" y="1441760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C9C02-C4AE-4625-BD7A-4AA14D4E51D6}">
      <dsp:nvSpPr>
        <dsp:cNvPr id="0" name=""/>
        <dsp:cNvSpPr/>
      </dsp:nvSpPr>
      <dsp:spPr>
        <a:xfrm>
          <a:off x="348786" y="1701188"/>
          <a:ext cx="634157" cy="6341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E0B93-0ABD-48CB-82B4-541E50CB4515}">
      <dsp:nvSpPr>
        <dsp:cNvPr id="0" name=""/>
        <dsp:cNvSpPr/>
      </dsp:nvSpPr>
      <dsp:spPr>
        <a:xfrm>
          <a:off x="1331731" y="1441760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/>
            <a:t>Proyecto 2: El kNN fue el mejor modelo clásico, mientras que la CNN mejorada mostró un buen desempeño.</a:t>
          </a:r>
          <a:endParaRPr lang="en-US" sz="2300" kern="1200"/>
        </a:p>
      </dsp:txBody>
      <dsp:txXfrm>
        <a:off x="1331731" y="1441760"/>
        <a:ext cx="9641068" cy="1153013"/>
      </dsp:txXfrm>
    </dsp:sp>
    <dsp:sp modelId="{0BA4EFF5-F5F4-4006-8CCA-3C58135418D4}">
      <dsp:nvSpPr>
        <dsp:cNvPr id="0" name=""/>
        <dsp:cNvSpPr/>
      </dsp:nvSpPr>
      <dsp:spPr>
        <a:xfrm>
          <a:off x="0" y="2883027"/>
          <a:ext cx="10972800" cy="11530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EF3D6-94E7-461D-B5DC-10A1F12F365C}">
      <dsp:nvSpPr>
        <dsp:cNvPr id="0" name=""/>
        <dsp:cNvSpPr/>
      </dsp:nvSpPr>
      <dsp:spPr>
        <a:xfrm>
          <a:off x="348786" y="3142455"/>
          <a:ext cx="634157" cy="6341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3FB2E-8B87-4058-B5A4-834B178DEC3A}">
      <dsp:nvSpPr>
        <dsp:cNvPr id="0" name=""/>
        <dsp:cNvSpPr/>
      </dsp:nvSpPr>
      <dsp:spPr>
        <a:xfrm>
          <a:off x="1331731" y="2883027"/>
          <a:ext cx="9641068" cy="115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27" tIns="122027" rIns="122027" bIns="12202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/>
            <a:t>Conclusión: Ambos modelos ofrecen buenos resultados, pero la complejidad del modelo no siempre garantiza una mejor precisión.</a:t>
          </a:r>
          <a:endParaRPr lang="en-US" sz="2300" kern="1200"/>
        </a:p>
      </dsp:txBody>
      <dsp:txXfrm>
        <a:off x="1331731" y="2883027"/>
        <a:ext cx="9641068" cy="1153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501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9662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186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9220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04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8100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978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636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360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488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404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0C0AE-19F4-F021-8062-56FB53EA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4B4CC0-8038-B064-2ABB-252D1421C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21C563-9F63-DE85-86EF-193373E5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813634-C1E8-0DF9-29C9-D229E208E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7EEF4B-42BB-891A-52EF-2A33FF9F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592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AEBB5596-FC0A-40A7-B7F2-E2A3073E66CF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A1C4981-50E3-4AA3-B973-0185DEC0E2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915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2.xml"/><Relationship Id="rId7" Type="http://schemas.openxmlformats.org/officeDocument/2006/relationships/hyperlink" Target="https://github.com/RemiH06/Ryoko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2FC3A-7AC0-57DE-47A7-2B4891221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14633"/>
            <a:ext cx="5486399" cy="3828742"/>
          </a:xfrm>
        </p:spPr>
        <p:txBody>
          <a:bodyPr>
            <a:normAutofit/>
          </a:bodyPr>
          <a:lstStyle/>
          <a:p>
            <a:r>
              <a:rPr lang="es-MX" dirty="0"/>
              <a:t>Proyecto Final: Laboratorio de Modelado de Datos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D49DDF-DBDE-39CB-92C9-7EB8D9A78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38650"/>
            <a:ext cx="5486400" cy="1689869"/>
          </a:xfrm>
        </p:spPr>
        <p:txBody>
          <a:bodyPr anchor="t">
            <a:normAutofit/>
          </a:bodyPr>
          <a:lstStyle/>
          <a:p>
            <a:r>
              <a:rPr lang="es-MX" dirty="0" err="1"/>
              <a:t>Remi</a:t>
            </a:r>
            <a:r>
              <a:rPr lang="es-MX" dirty="0"/>
              <a:t> Heredia - Cristopher Corona</a:t>
            </a:r>
          </a:p>
          <a:p>
            <a:endParaRPr lang="es-MX" dirty="0"/>
          </a:p>
        </p:txBody>
      </p:sp>
      <p:pic>
        <p:nvPicPr>
          <p:cNvPr id="4" name="Picture 3" descr="Diseño de cromosoma púrpura 3D">
            <a:extLst>
              <a:ext uri="{FF2B5EF4-FFF2-40B4-BE49-F238E27FC236}">
                <a16:creationId xmlns:a16="http://schemas.microsoft.com/office/drawing/2014/main" id="{6AA8DAAA-BD6C-7B74-15E8-B575BDA7F6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99" r="8891" b="-2"/>
          <a:stretch>
            <a:fillRect/>
          </a:stretch>
        </p:blipFill>
        <p:spPr>
          <a:xfrm>
            <a:off x="20" y="211090"/>
            <a:ext cx="5544156" cy="6646910"/>
          </a:xfrm>
          <a:custGeom>
            <a:avLst/>
            <a:gdLst/>
            <a:ahLst/>
            <a:cxnLst/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67205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7DA60-AA7A-926B-344F-D286283F4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MX"/>
              <a:t>Modelo de Regresión para Predicción de Precios de Vuelos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6DC731A5-E6DA-0472-8323-547753ABD3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9362371"/>
              </p:ext>
            </p:extLst>
          </p:nvPr>
        </p:nvGraphicFramePr>
        <p:xfrm>
          <a:off x="609600" y="2106204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8677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rcador de texto 2">
            <a:extLst>
              <a:ext uri="{FF2B5EF4-FFF2-40B4-BE49-F238E27FC236}">
                <a16:creationId xmlns:a16="http://schemas.microsoft.com/office/drawing/2014/main" id="{8005036A-9356-DDD3-A6B0-B39448D474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1979282"/>
              </p:ext>
            </p:extLst>
          </p:nvPr>
        </p:nvGraphicFramePr>
        <p:xfrm>
          <a:off x="609600" y="-1177770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A3B8D310-1BAF-DAAB-E495-0F58E9CA41AE}"/>
              </a:ext>
            </a:extLst>
          </p:cNvPr>
          <p:cNvSpPr txBox="1">
            <a:spLocks/>
          </p:cNvSpPr>
          <p:nvPr/>
        </p:nvSpPr>
        <p:spPr>
          <a:xfrm>
            <a:off x="609600" y="1850566"/>
            <a:ext cx="10972800" cy="403653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 err="1"/>
              <a:t>Webscraping</a:t>
            </a:r>
            <a:r>
              <a:rPr lang="es-MX" dirty="0"/>
              <a:t> de Google </a:t>
            </a:r>
            <a:r>
              <a:rPr lang="es-MX" dirty="0" err="1"/>
              <a:t>Flights</a:t>
            </a:r>
            <a:r>
              <a:rPr lang="es-MX" dirty="0"/>
              <a:t>: </a:t>
            </a:r>
            <a:r>
              <a:rPr lang="es-MX" dirty="0">
                <a:hlinkClick r:id="rId7"/>
              </a:rPr>
              <a:t>https://github.com/RemiH06/Ryoko</a:t>
            </a:r>
            <a:endParaRPr lang="es-MX" dirty="0"/>
          </a:p>
          <a:p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9510137-C31D-84B4-4208-380AC5531F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0981" y="2681279"/>
            <a:ext cx="3865337" cy="391881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029032-F920-E252-255D-C165EC9543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3402" y="2681279"/>
            <a:ext cx="2994925" cy="39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4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E0D17-441F-4523-39B3-9F740E46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rcador de texto 2">
            <a:extLst>
              <a:ext uri="{FF2B5EF4-FFF2-40B4-BE49-F238E27FC236}">
                <a16:creationId xmlns:a16="http://schemas.microsoft.com/office/drawing/2014/main" id="{3E898330-E24C-DA76-0BC3-2511C00E62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46655"/>
              </p:ext>
            </p:extLst>
          </p:nvPr>
        </p:nvGraphicFramePr>
        <p:xfrm>
          <a:off x="609600" y="-1177770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38A1584E-6D88-2197-18D3-BADCF39DA6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4380436"/>
            <a:ext cx="3607904" cy="238299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E3EF519-37FA-3F8D-A846-AE46157C67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479" y="1530673"/>
            <a:ext cx="9601200" cy="278636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0B66C9D-0D28-1215-D934-E969A12061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5504" y="4380436"/>
            <a:ext cx="4193460" cy="23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BC4F90-A494-CC02-2232-77AE2FEC4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3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867E-35FC-9887-CF94-08540788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rcador de texto 2">
            <a:extLst>
              <a:ext uri="{FF2B5EF4-FFF2-40B4-BE49-F238E27FC236}">
                <a16:creationId xmlns:a16="http://schemas.microsoft.com/office/drawing/2014/main" id="{D7A80F07-BFFB-7F30-676E-C55864C64B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575909"/>
              </p:ext>
            </p:extLst>
          </p:nvPr>
        </p:nvGraphicFramePr>
        <p:xfrm>
          <a:off x="609600" y="-1177770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F4C9B061-82C9-0DC9-778B-89259E685D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571" y="1579549"/>
            <a:ext cx="5582429" cy="48393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818089B-CD34-6F96-4DF1-373BA0D3BF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1579548"/>
            <a:ext cx="6609572" cy="411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1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F9756-C912-C1C9-7E34-C1EB4325C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MX"/>
              <a:t>Código del Proyecto 1: Modelo de Regresión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0A11C8AB-6975-F213-51E9-AB895251C5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5190343"/>
              </p:ext>
            </p:extLst>
          </p:nvPr>
        </p:nvGraphicFramePr>
        <p:xfrm>
          <a:off x="609600" y="2106204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465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B2F7D-3A94-DD53-F13F-1685B41C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MX"/>
              <a:t>Proyecto EMNIST: Clasificación de Dígitos y Letras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9DA751F2-D04A-8EC1-B0EE-B360613396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5137262"/>
              </p:ext>
            </p:extLst>
          </p:nvPr>
        </p:nvGraphicFramePr>
        <p:xfrm>
          <a:off x="609600" y="2106204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043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196F-BDDB-8FEA-953B-4561B603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EB36F70A-1AAA-522F-F9E9-27E542F0FC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6720712"/>
              </p:ext>
            </p:extLst>
          </p:nvPr>
        </p:nvGraphicFramePr>
        <p:xfrm>
          <a:off x="609600" y="-1177769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8386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F079-A57F-8AC0-18C5-63264841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EB5BCE45-005B-952A-0A68-32264E5D55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607226"/>
              </p:ext>
            </p:extLst>
          </p:nvPr>
        </p:nvGraphicFramePr>
        <p:xfrm>
          <a:off x="609600" y="-1177769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047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9E988-F676-EA9B-04EF-BE38F2545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DA752E23-C5D1-0353-1750-211C5F860C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7962481"/>
              </p:ext>
            </p:extLst>
          </p:nvPr>
        </p:nvGraphicFramePr>
        <p:xfrm>
          <a:off x="609600" y="-1177769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024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0ACD8-1149-FF33-AECC-47FEC4802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MX" dirty="0"/>
              <a:t>Código del Proyecto 2: Clasificación con CNN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638E2CC0-ACD3-FEFA-3C1D-771B69C4A3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77617"/>
              </p:ext>
            </p:extLst>
          </p:nvPr>
        </p:nvGraphicFramePr>
        <p:xfrm>
          <a:off x="609600" y="2106204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0054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315CB-D37C-B449-FC1B-AF3350B7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 anchor="b">
            <a:normAutofit/>
          </a:bodyPr>
          <a:lstStyle/>
          <a:p>
            <a:r>
              <a:rPr lang="es-MX"/>
              <a:t>Resultados y Conclusiones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0D34CD87-8992-7E13-1D84-F1B30570F4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0570094"/>
              </p:ext>
            </p:extLst>
          </p:nvPr>
        </p:nvGraphicFramePr>
        <p:xfrm>
          <a:off x="609600" y="2106204"/>
          <a:ext cx="10972800" cy="403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4390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CE8A1-5898-150B-2E21-DB84D84E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Gracias por su atención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00798C-249A-3615-8D87-488EF814A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Equipo: Héctor Heredia - Cristopher Corona</a:t>
            </a:r>
          </a:p>
        </p:txBody>
      </p:sp>
    </p:spTree>
    <p:extLst>
      <p:ext uri="{BB962C8B-B14F-4D97-AF65-F5344CB8AC3E}">
        <p14:creationId xmlns:p14="http://schemas.microsoft.com/office/powerpoint/2010/main" val="2839991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461F2F1D-ABE3-45B2-A8AE-F3F2478582FE}" vid="{649B1FEA-727E-4192-B910-5DBA8C5C5F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118</TotalTime>
  <Words>320</Words>
  <Application>Microsoft Office PowerPoint</Application>
  <PresentationFormat>Panorámica</PresentationFormat>
  <Paragraphs>30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Posterama</vt:lpstr>
      <vt:lpstr>Tema1</vt:lpstr>
      <vt:lpstr>Proyecto Final: Laboratorio de Modelado de Datos</vt:lpstr>
      <vt:lpstr>Modelo de Regresión para Predicción de Precios de Vuelos</vt:lpstr>
      <vt:lpstr>Presentación de PowerPoint</vt:lpstr>
      <vt:lpstr>Presentación de PowerPoint</vt:lpstr>
      <vt:lpstr>Presentación de PowerPoint</vt:lpstr>
      <vt:lpstr>Presentación de PowerPoint</vt:lpstr>
      <vt:lpstr>Código del Proyecto 1: Modelo de Regresión</vt:lpstr>
      <vt:lpstr>Proyecto EMNIST: Clasificación de Dígitos y Letras</vt:lpstr>
      <vt:lpstr>Presentación de PowerPoint</vt:lpstr>
      <vt:lpstr>Presentación de PowerPoint</vt:lpstr>
      <vt:lpstr>Presentación de PowerPoint</vt:lpstr>
      <vt:lpstr>Código del Proyecto 2: Clasificación con CNN</vt:lpstr>
      <vt:lpstr>Resultados y Conclusiones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Héctor Heredia</dc:creator>
  <cp:lastModifiedBy>Héctor Heredia</cp:lastModifiedBy>
  <cp:revision>2</cp:revision>
  <dcterms:created xsi:type="dcterms:W3CDTF">2025-12-02T16:06:48Z</dcterms:created>
  <dcterms:modified xsi:type="dcterms:W3CDTF">2025-12-02T18:05:04Z</dcterms:modified>
</cp:coreProperties>
</file>